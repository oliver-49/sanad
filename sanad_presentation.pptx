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1"/>
  </p:notesMasterIdLst>
  <p:sldIdLst>
    <p:sldId id="316" r:id="rId2"/>
    <p:sldId id="256" r:id="rId3"/>
    <p:sldId id="295" r:id="rId4"/>
    <p:sldId id="258" r:id="rId5"/>
    <p:sldId id="259" r:id="rId6"/>
    <p:sldId id="302" r:id="rId7"/>
    <p:sldId id="296" r:id="rId8"/>
    <p:sldId id="310" r:id="rId9"/>
    <p:sldId id="318" r:id="rId10"/>
    <p:sldId id="299" r:id="rId11"/>
    <p:sldId id="297" r:id="rId12"/>
    <p:sldId id="298" r:id="rId13"/>
    <p:sldId id="308" r:id="rId14"/>
    <p:sldId id="312" r:id="rId15"/>
    <p:sldId id="313" r:id="rId16"/>
    <p:sldId id="314" r:id="rId17"/>
    <p:sldId id="315" r:id="rId18"/>
    <p:sldId id="278" r:id="rId19"/>
    <p:sldId id="311" r:id="rId20"/>
  </p:sldIdLst>
  <p:sldSz cx="9144000" cy="5143500" type="screen16x9"/>
  <p:notesSz cx="6858000" cy="9144000"/>
  <p:embeddedFontLst>
    <p:embeddedFont>
      <p:font typeface="ABeeZee" panose="020B0604020202020204" charset="0"/>
      <p:regular r:id="rId22"/>
      <p:italic r:id="rId23"/>
    </p:embeddedFont>
    <p:embeddedFont>
      <p:font typeface="Open Sans" panose="020B0606030504020204" pitchFamily="34" charset="0"/>
      <p:regular r:id="rId24"/>
      <p:bold r:id="rId25"/>
      <p:italic r:id="rId26"/>
      <p:boldItalic r:id="rId27"/>
    </p:embeddedFont>
    <p:embeddedFont>
      <p:font typeface="Poppins" panose="00000500000000000000" pitchFamily="2" charset="0"/>
      <p:regular r:id="rId28"/>
      <p:bold r:id="rId29"/>
      <p:italic r:id="rId30"/>
      <p:boldItalic r:id="rId31"/>
    </p:embeddedFont>
    <p:embeddedFont>
      <p:font typeface="Poppins Bold" panose="00000800000000000000" charset="0"/>
      <p:bold r:id="rId32"/>
    </p:embeddedFont>
    <p:embeddedFont>
      <p:font typeface="Raleway"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74BA"/>
    <a:srgbClr val="30426D"/>
    <a:srgbClr val="D0E9FF"/>
    <a:srgbClr val="67ABBE"/>
    <a:srgbClr val="F7E8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793C127-E316-4881-9252-5179DEFB2996}">
  <a:tblStyle styleId="{3793C127-E316-4881-9252-5179DEFB299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E0937E5-1403-46A9-A281-539CA0763774}"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392" autoAdjust="0"/>
    <p:restoredTop sz="94550" autoAdjust="0"/>
  </p:normalViewPr>
  <p:slideViewPr>
    <p:cSldViewPr snapToGrid="0">
      <p:cViewPr varScale="1">
        <p:scale>
          <a:sx n="138" d="100"/>
          <a:sy n="138" d="100"/>
        </p:scale>
        <p:origin x="43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theme" Target="theme/theme1.xml"/><Relationship Id="rId21" Type="http://schemas.openxmlformats.org/officeDocument/2006/relationships/notesMaster" Target="notesMasters/notesMaster1.xml"/><Relationship Id="rId34"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a:extLst>
            <a:ext uri="{FF2B5EF4-FFF2-40B4-BE49-F238E27FC236}">
              <a16:creationId xmlns:a16="http://schemas.microsoft.com/office/drawing/2014/main" id="{45BBBC96-29C2-822C-5722-B22A890D2318}"/>
            </a:ext>
          </a:extLst>
        </p:cNvPr>
        <p:cNvGrpSpPr/>
        <p:nvPr/>
      </p:nvGrpSpPr>
      <p:grpSpPr>
        <a:xfrm>
          <a:off x="0" y="0"/>
          <a:ext cx="0" cy="0"/>
          <a:chOff x="0" y="0"/>
          <a:chExt cx="0" cy="0"/>
        </a:xfrm>
      </p:grpSpPr>
      <p:sp>
        <p:nvSpPr>
          <p:cNvPr id="144" name="Google Shape;144;p:notes">
            <a:extLst>
              <a:ext uri="{FF2B5EF4-FFF2-40B4-BE49-F238E27FC236}">
                <a16:creationId xmlns:a16="http://schemas.microsoft.com/office/drawing/2014/main" id="{F32A68DC-875A-379C-22AF-437603964D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p:notes">
            <a:extLst>
              <a:ext uri="{FF2B5EF4-FFF2-40B4-BE49-F238E27FC236}">
                <a16:creationId xmlns:a16="http://schemas.microsoft.com/office/drawing/2014/main" id="{BC4CD6BC-0238-875C-AE55-064754721C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9175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ED4A0F5E-CE75-77DE-E1A9-EDEF4B0B3C77}"/>
            </a:ext>
          </a:extLst>
        </p:cNvPr>
        <p:cNvGrpSpPr/>
        <p:nvPr/>
      </p:nvGrpSpPr>
      <p:grpSpPr>
        <a:xfrm>
          <a:off x="0" y="0"/>
          <a:ext cx="0" cy="0"/>
          <a:chOff x="0" y="0"/>
          <a:chExt cx="0" cy="0"/>
        </a:xfrm>
      </p:grpSpPr>
      <p:sp>
        <p:nvSpPr>
          <p:cNvPr id="180" name="Google Shape;180;g21258269c9b_0_0:notes">
            <a:extLst>
              <a:ext uri="{FF2B5EF4-FFF2-40B4-BE49-F238E27FC236}">
                <a16:creationId xmlns:a16="http://schemas.microsoft.com/office/drawing/2014/main" id="{7D6D436A-D24D-D35C-B559-5B636AE607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21258269c9b_0_0:notes">
            <a:extLst>
              <a:ext uri="{FF2B5EF4-FFF2-40B4-BE49-F238E27FC236}">
                <a16:creationId xmlns:a16="http://schemas.microsoft.com/office/drawing/2014/main" id="{22B8CFB3-0364-63E7-3918-15988D8356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0776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10f9e629ec3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10f9e629ec3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1258269c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21258269c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a:extLst>
            <a:ext uri="{FF2B5EF4-FFF2-40B4-BE49-F238E27FC236}">
              <a16:creationId xmlns:a16="http://schemas.microsoft.com/office/drawing/2014/main" id="{79432DBC-ECD8-1EEE-F232-936B96991DEE}"/>
            </a:ext>
          </a:extLst>
        </p:cNvPr>
        <p:cNvGrpSpPr/>
        <p:nvPr/>
      </p:nvGrpSpPr>
      <p:grpSpPr>
        <a:xfrm>
          <a:off x="0" y="0"/>
          <a:ext cx="0" cy="0"/>
          <a:chOff x="0" y="0"/>
          <a:chExt cx="0" cy="0"/>
        </a:xfrm>
      </p:grpSpPr>
      <p:sp>
        <p:nvSpPr>
          <p:cNvPr id="195" name="Google Shape;195;g1e59f41b853_1_0:notes">
            <a:extLst>
              <a:ext uri="{FF2B5EF4-FFF2-40B4-BE49-F238E27FC236}">
                <a16:creationId xmlns:a16="http://schemas.microsoft.com/office/drawing/2014/main" id="{0A1D287B-9083-35D1-D5BE-D2D9BA367E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1e59f41b853_1_0:notes">
            <a:extLst>
              <a:ext uri="{FF2B5EF4-FFF2-40B4-BE49-F238E27FC236}">
                <a16:creationId xmlns:a16="http://schemas.microsoft.com/office/drawing/2014/main" id="{0E12657A-5593-04B0-DE24-1857425F6E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6887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53D83FAC-13DF-7C18-626C-0973527912E2}"/>
            </a:ext>
          </a:extLst>
        </p:cNvPr>
        <p:cNvGrpSpPr/>
        <p:nvPr/>
      </p:nvGrpSpPr>
      <p:grpSpPr>
        <a:xfrm>
          <a:off x="0" y="0"/>
          <a:ext cx="0" cy="0"/>
          <a:chOff x="0" y="0"/>
          <a:chExt cx="0" cy="0"/>
        </a:xfrm>
      </p:grpSpPr>
      <p:sp>
        <p:nvSpPr>
          <p:cNvPr id="188" name="Google Shape;188;g260cb7c79d8_0_26:notes">
            <a:extLst>
              <a:ext uri="{FF2B5EF4-FFF2-40B4-BE49-F238E27FC236}">
                <a16:creationId xmlns:a16="http://schemas.microsoft.com/office/drawing/2014/main" id="{7E65D577-D6D3-A276-8154-90E63126B8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260cb7c79d8_0_26:notes">
            <a:extLst>
              <a:ext uri="{FF2B5EF4-FFF2-40B4-BE49-F238E27FC236}">
                <a16:creationId xmlns:a16="http://schemas.microsoft.com/office/drawing/2014/main" id="{8EF6C63E-EFD9-908F-6099-250788EDC2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79337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8AE608B3-C065-12CE-3015-0E2799AE00F0}"/>
            </a:ext>
          </a:extLst>
        </p:cNvPr>
        <p:cNvGrpSpPr/>
        <p:nvPr/>
      </p:nvGrpSpPr>
      <p:grpSpPr>
        <a:xfrm>
          <a:off x="0" y="0"/>
          <a:ext cx="0" cy="0"/>
          <a:chOff x="0" y="0"/>
          <a:chExt cx="0" cy="0"/>
        </a:xfrm>
      </p:grpSpPr>
      <p:sp>
        <p:nvSpPr>
          <p:cNvPr id="188" name="Google Shape;188;g260cb7c79d8_0_26:notes">
            <a:extLst>
              <a:ext uri="{FF2B5EF4-FFF2-40B4-BE49-F238E27FC236}">
                <a16:creationId xmlns:a16="http://schemas.microsoft.com/office/drawing/2014/main" id="{0EEA0F1C-1E58-C9A6-961B-210504B44E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260cb7c79d8_0_26:notes">
            <a:extLst>
              <a:ext uri="{FF2B5EF4-FFF2-40B4-BE49-F238E27FC236}">
                <a16:creationId xmlns:a16="http://schemas.microsoft.com/office/drawing/2014/main" id="{95E66066-C817-89C2-B49D-BDE33F292B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883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a:extLst>
            <a:ext uri="{FF2B5EF4-FFF2-40B4-BE49-F238E27FC236}">
              <a16:creationId xmlns:a16="http://schemas.microsoft.com/office/drawing/2014/main" id="{CD97972C-7B26-EF71-4150-FD3A50EAE3E6}"/>
            </a:ext>
          </a:extLst>
        </p:cNvPr>
        <p:cNvGrpSpPr/>
        <p:nvPr/>
      </p:nvGrpSpPr>
      <p:grpSpPr>
        <a:xfrm>
          <a:off x="0" y="0"/>
          <a:ext cx="0" cy="0"/>
          <a:chOff x="0" y="0"/>
          <a:chExt cx="0" cy="0"/>
        </a:xfrm>
      </p:grpSpPr>
      <p:sp>
        <p:nvSpPr>
          <p:cNvPr id="195" name="Google Shape;195;g1e59f41b853_1_0:notes">
            <a:extLst>
              <a:ext uri="{FF2B5EF4-FFF2-40B4-BE49-F238E27FC236}">
                <a16:creationId xmlns:a16="http://schemas.microsoft.com/office/drawing/2014/main" id="{18794190-D12B-7FFA-F733-C932A5CEB0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1e59f41b853_1_0:notes">
            <a:extLst>
              <a:ext uri="{FF2B5EF4-FFF2-40B4-BE49-F238E27FC236}">
                <a16:creationId xmlns:a16="http://schemas.microsoft.com/office/drawing/2014/main" id="{23C6B431-1F41-5481-38CD-F2DD05E05D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55613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148337E1-A1A1-951C-A0D4-FC6A8D6FE655}"/>
            </a:ext>
          </a:extLst>
        </p:cNvPr>
        <p:cNvGrpSpPr/>
        <p:nvPr/>
      </p:nvGrpSpPr>
      <p:grpSpPr>
        <a:xfrm>
          <a:off x="0" y="0"/>
          <a:ext cx="0" cy="0"/>
          <a:chOff x="0" y="0"/>
          <a:chExt cx="0" cy="0"/>
        </a:xfrm>
      </p:grpSpPr>
      <p:sp>
        <p:nvSpPr>
          <p:cNvPr id="188" name="Google Shape;188;g260cb7c79d8_0_26:notes">
            <a:extLst>
              <a:ext uri="{FF2B5EF4-FFF2-40B4-BE49-F238E27FC236}">
                <a16:creationId xmlns:a16="http://schemas.microsoft.com/office/drawing/2014/main" id="{CC7A9231-120B-412E-7CBC-C18E38939F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260cb7c79d8_0_26:notes">
            <a:extLst>
              <a:ext uri="{FF2B5EF4-FFF2-40B4-BE49-F238E27FC236}">
                <a16:creationId xmlns:a16="http://schemas.microsoft.com/office/drawing/2014/main" id="{BD3A807D-B436-A3CD-C072-204D040FA1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88032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1105afc42a3_1_8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9" name="Google Shape;809;g1105afc42a3_1_8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5100" y="1474512"/>
            <a:ext cx="5120700" cy="21945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600">
                <a:latin typeface="ABeeZee"/>
                <a:ea typeface="ABeeZee"/>
                <a:cs typeface="ABeeZee"/>
                <a:sym typeface="ABeeZe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dirty="0"/>
          </a:p>
        </p:txBody>
      </p:sp>
      <p:sp>
        <p:nvSpPr>
          <p:cNvPr id="10" name="Google Shape;10;p2"/>
          <p:cNvSpPr txBox="1">
            <a:spLocks noGrp="1"/>
          </p:cNvSpPr>
          <p:nvPr>
            <p:ph type="subTitle" idx="1"/>
          </p:nvPr>
        </p:nvSpPr>
        <p:spPr>
          <a:xfrm>
            <a:off x="715100" y="3669000"/>
            <a:ext cx="5120700" cy="409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latin typeface="ABeeZee"/>
                <a:ea typeface="ABeeZee"/>
                <a:cs typeface="ABeeZee"/>
                <a:sym typeface="ABeeZe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pic>
        <p:nvPicPr>
          <p:cNvPr id="12" name="Google Shape;12;p3"/>
          <p:cNvPicPr preferRelativeResize="0"/>
          <p:nvPr/>
        </p:nvPicPr>
        <p:blipFill>
          <a:blip r:embed="rId2">
            <a:alphaModFix amt="50000"/>
          </a:blip>
          <a:stretch>
            <a:fillRect/>
          </a:stretch>
        </p:blipFill>
        <p:spPr>
          <a:xfrm flipH="1">
            <a:off x="0" y="0"/>
            <a:ext cx="9144000" cy="5143500"/>
          </a:xfrm>
          <a:prstGeom prst="rect">
            <a:avLst/>
          </a:prstGeom>
          <a:noFill/>
          <a:ln>
            <a:noFill/>
          </a:ln>
        </p:spPr>
      </p:pic>
      <p:sp>
        <p:nvSpPr>
          <p:cNvPr id="13" name="Google Shape;13;p3"/>
          <p:cNvSpPr txBox="1">
            <a:spLocks noGrp="1"/>
          </p:cNvSpPr>
          <p:nvPr>
            <p:ph type="title"/>
          </p:nvPr>
        </p:nvSpPr>
        <p:spPr>
          <a:xfrm>
            <a:off x="5137000" y="2312711"/>
            <a:ext cx="3291900" cy="914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600"/>
              <a:buNone/>
              <a:defRPr sz="4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dirty="0"/>
          </a:p>
        </p:txBody>
      </p:sp>
      <p:sp>
        <p:nvSpPr>
          <p:cNvPr id="14" name="Google Shape;14;p3"/>
          <p:cNvSpPr txBox="1">
            <a:spLocks noGrp="1"/>
          </p:cNvSpPr>
          <p:nvPr>
            <p:ph type="title" idx="2" hasCustomPrompt="1"/>
          </p:nvPr>
        </p:nvSpPr>
        <p:spPr>
          <a:xfrm>
            <a:off x="6401800" y="1002011"/>
            <a:ext cx="2027100" cy="1463100"/>
          </a:xfrm>
          <a:prstGeom prst="rect">
            <a:avLst/>
          </a:prstGeom>
          <a:noFill/>
        </p:spPr>
        <p:txBody>
          <a:bodyPr spcFirstLastPara="1" wrap="square" lIns="91425" tIns="91425" rIns="91425" bIns="91425" anchor="b" anchorCtr="0">
            <a:noAutofit/>
          </a:bodyPr>
          <a:lstStyle>
            <a:lvl1pPr lvl="0" algn="r" rtl="0">
              <a:spcBef>
                <a:spcPts val="0"/>
              </a:spcBef>
              <a:spcAft>
                <a:spcPts val="0"/>
              </a:spcAft>
              <a:buClr>
                <a:schemeClr val="lt1"/>
              </a:buClr>
              <a:buSzPts val="6000"/>
              <a:buNone/>
              <a:defRPr sz="10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rPr dirty="0"/>
              <a:t>xx%</a:t>
            </a:r>
          </a:p>
        </p:txBody>
      </p:sp>
      <p:sp>
        <p:nvSpPr>
          <p:cNvPr id="15" name="Google Shape;15;p3"/>
          <p:cNvSpPr>
            <a:spLocks noGrp="1"/>
          </p:cNvSpPr>
          <p:nvPr>
            <p:ph type="pic" idx="3"/>
          </p:nvPr>
        </p:nvSpPr>
        <p:spPr>
          <a:xfrm>
            <a:off x="713700" y="514350"/>
            <a:ext cx="4114800" cy="4114800"/>
          </a:xfrm>
          <a:prstGeom prst="roundRect">
            <a:avLst>
              <a:gd name="adj" fmla="val 16667"/>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dirty="0"/>
          </a:p>
        </p:txBody>
      </p:sp>
      <p:sp>
        <p:nvSpPr>
          <p:cNvPr id="18" name="Google Shape;18;p4"/>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rgbClr val="434343"/>
              </a:buClr>
              <a:buSzPts val="1400"/>
              <a:buChar char="●"/>
              <a:defRPr>
                <a:solidFill>
                  <a:srgbClr val="434343"/>
                </a:solidFill>
              </a:defRPr>
            </a:lvl1pPr>
            <a:lvl2pPr marL="914400" lvl="1" indent="-304800" rtl="0">
              <a:lnSpc>
                <a:spcPct val="115000"/>
              </a:lnSpc>
              <a:spcBef>
                <a:spcPts val="0"/>
              </a:spcBef>
              <a:spcAft>
                <a:spcPts val="0"/>
              </a:spcAft>
              <a:buClr>
                <a:srgbClr val="434343"/>
              </a:buClr>
              <a:buSzPts val="1200"/>
              <a:buChar char="○"/>
              <a:defRPr>
                <a:solidFill>
                  <a:srgbClr val="434343"/>
                </a:solidFill>
              </a:defRPr>
            </a:lvl2pPr>
            <a:lvl3pPr marL="1371600" lvl="2" indent="-304800" rtl="0">
              <a:lnSpc>
                <a:spcPct val="115000"/>
              </a:lnSpc>
              <a:spcBef>
                <a:spcPts val="0"/>
              </a:spcBef>
              <a:spcAft>
                <a:spcPts val="0"/>
              </a:spcAft>
              <a:buClr>
                <a:srgbClr val="434343"/>
              </a:buClr>
              <a:buSzPts val="1200"/>
              <a:buChar char="■"/>
              <a:defRPr>
                <a:solidFill>
                  <a:srgbClr val="434343"/>
                </a:solidFill>
              </a:defRPr>
            </a:lvl3pPr>
            <a:lvl4pPr marL="1828800" lvl="3" indent="-304800" rtl="0">
              <a:lnSpc>
                <a:spcPct val="115000"/>
              </a:lnSpc>
              <a:spcBef>
                <a:spcPts val="0"/>
              </a:spcBef>
              <a:spcAft>
                <a:spcPts val="0"/>
              </a:spcAft>
              <a:buClr>
                <a:srgbClr val="434343"/>
              </a:buClr>
              <a:buSzPts val="1200"/>
              <a:buChar char="●"/>
              <a:defRPr>
                <a:solidFill>
                  <a:srgbClr val="434343"/>
                </a:solidFill>
              </a:defRPr>
            </a:lvl4pPr>
            <a:lvl5pPr marL="2286000" lvl="4" indent="-304800" rtl="0">
              <a:lnSpc>
                <a:spcPct val="115000"/>
              </a:lnSpc>
              <a:spcBef>
                <a:spcPts val="0"/>
              </a:spcBef>
              <a:spcAft>
                <a:spcPts val="0"/>
              </a:spcAft>
              <a:buClr>
                <a:srgbClr val="434343"/>
              </a:buClr>
              <a:buSzPts val="1200"/>
              <a:buChar char="○"/>
              <a:defRPr>
                <a:solidFill>
                  <a:srgbClr val="434343"/>
                </a:solidFill>
              </a:defRPr>
            </a:lvl5pPr>
            <a:lvl6pPr marL="2743200" lvl="5" indent="-304800" rtl="0">
              <a:lnSpc>
                <a:spcPct val="115000"/>
              </a:lnSpc>
              <a:spcBef>
                <a:spcPts val="0"/>
              </a:spcBef>
              <a:spcAft>
                <a:spcPts val="0"/>
              </a:spcAft>
              <a:buClr>
                <a:srgbClr val="434343"/>
              </a:buClr>
              <a:buSzPts val="1200"/>
              <a:buChar char="■"/>
              <a:defRPr>
                <a:solidFill>
                  <a:srgbClr val="434343"/>
                </a:solidFill>
              </a:defRPr>
            </a:lvl6pPr>
            <a:lvl7pPr marL="3200400" lvl="6" indent="-304800" rtl="0">
              <a:lnSpc>
                <a:spcPct val="115000"/>
              </a:lnSpc>
              <a:spcBef>
                <a:spcPts val="0"/>
              </a:spcBef>
              <a:spcAft>
                <a:spcPts val="0"/>
              </a:spcAft>
              <a:buClr>
                <a:srgbClr val="434343"/>
              </a:buClr>
              <a:buSzPts val="1200"/>
              <a:buChar char="●"/>
              <a:defRPr>
                <a:solidFill>
                  <a:srgbClr val="434343"/>
                </a:solidFill>
              </a:defRPr>
            </a:lvl7pPr>
            <a:lvl8pPr marL="3657600" lvl="7" indent="-304800" rtl="0">
              <a:lnSpc>
                <a:spcPct val="115000"/>
              </a:lnSpc>
              <a:spcBef>
                <a:spcPts val="0"/>
              </a:spcBef>
              <a:spcAft>
                <a:spcPts val="0"/>
              </a:spcAft>
              <a:buClr>
                <a:srgbClr val="434343"/>
              </a:buClr>
              <a:buSzPts val="1200"/>
              <a:buChar char="○"/>
              <a:defRPr>
                <a:solidFill>
                  <a:srgbClr val="434343"/>
                </a:solidFill>
              </a:defRPr>
            </a:lvl8pPr>
            <a:lvl9pPr marL="4114800" lvl="8" indent="-304800" rtl="0">
              <a:lnSpc>
                <a:spcPct val="115000"/>
              </a:lnSpc>
              <a:spcBef>
                <a:spcPts val="0"/>
              </a:spcBef>
              <a:spcAft>
                <a:spcPts val="0"/>
              </a:spcAft>
              <a:buClr>
                <a:srgbClr val="434343"/>
              </a:buClr>
              <a:buSzPts val="1200"/>
              <a:buChar char="■"/>
              <a:defRPr>
                <a:solidFill>
                  <a:srgbClr val="434343"/>
                </a:solidFill>
              </a:defRPr>
            </a:lvl9pPr>
          </a:lstStyle>
          <a:p>
            <a:endParaRPr dirty="0"/>
          </a:p>
        </p:txBody>
      </p:sp>
      <p:pic>
        <p:nvPicPr>
          <p:cNvPr id="19" name="Google Shape;19;p4"/>
          <p:cNvPicPr preferRelativeResize="0"/>
          <p:nvPr/>
        </p:nvPicPr>
        <p:blipFill rotWithShape="1">
          <a:blip r:embed="rId2">
            <a:alphaModFix amt="65000"/>
          </a:blip>
          <a:srcRect l="81783" r="12115"/>
          <a:stretch/>
        </p:blipFill>
        <p:spPr>
          <a:xfrm rot="10800000" flipH="1">
            <a:off x="8586590" y="-1"/>
            <a:ext cx="557400" cy="514350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dirty="0"/>
          </a:p>
        </p:txBody>
      </p:sp>
      <p:sp>
        <p:nvSpPr>
          <p:cNvPr id="22" name="Google Shape;22;p5"/>
          <p:cNvSpPr txBox="1">
            <a:spLocks noGrp="1"/>
          </p:cNvSpPr>
          <p:nvPr>
            <p:ph type="subTitle" idx="1"/>
          </p:nvPr>
        </p:nvSpPr>
        <p:spPr>
          <a:xfrm>
            <a:off x="4928581" y="2952757"/>
            <a:ext cx="3087600" cy="1280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dirty="0"/>
          </a:p>
        </p:txBody>
      </p:sp>
      <p:sp>
        <p:nvSpPr>
          <p:cNvPr id="23" name="Google Shape;23;p5"/>
          <p:cNvSpPr txBox="1">
            <a:spLocks noGrp="1"/>
          </p:cNvSpPr>
          <p:nvPr>
            <p:ph type="subTitle" idx="2"/>
          </p:nvPr>
        </p:nvSpPr>
        <p:spPr>
          <a:xfrm>
            <a:off x="1127817" y="2952757"/>
            <a:ext cx="3087600" cy="1280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dirty="0"/>
          </a:p>
        </p:txBody>
      </p:sp>
      <p:sp>
        <p:nvSpPr>
          <p:cNvPr id="24" name="Google Shape;24;p5"/>
          <p:cNvSpPr txBox="1">
            <a:spLocks noGrp="1"/>
          </p:cNvSpPr>
          <p:nvPr>
            <p:ph type="subTitle" idx="3"/>
          </p:nvPr>
        </p:nvSpPr>
        <p:spPr>
          <a:xfrm>
            <a:off x="1127817" y="2571750"/>
            <a:ext cx="30876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dirty="0"/>
          </a:p>
        </p:txBody>
      </p:sp>
      <p:sp>
        <p:nvSpPr>
          <p:cNvPr id="25" name="Google Shape;25;p5"/>
          <p:cNvSpPr txBox="1">
            <a:spLocks noGrp="1"/>
          </p:cNvSpPr>
          <p:nvPr>
            <p:ph type="subTitle" idx="4"/>
          </p:nvPr>
        </p:nvSpPr>
        <p:spPr>
          <a:xfrm>
            <a:off x="4928583" y="2571750"/>
            <a:ext cx="30876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dirty="0"/>
          </a:p>
        </p:txBody>
      </p:sp>
      <p:pic>
        <p:nvPicPr>
          <p:cNvPr id="26" name="Google Shape;26;p5"/>
          <p:cNvPicPr preferRelativeResize="0"/>
          <p:nvPr/>
        </p:nvPicPr>
        <p:blipFill rotWithShape="1">
          <a:blip r:embed="rId2">
            <a:alphaModFix amt="65000"/>
          </a:blip>
          <a:srcRect l="93898"/>
          <a:stretch/>
        </p:blipFill>
        <p:spPr>
          <a:xfrm rot="10800000" flipH="1">
            <a:off x="8586590" y="-1"/>
            <a:ext cx="557400" cy="514350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pic>
        <p:nvPicPr>
          <p:cNvPr id="31" name="Google Shape;31;p7"/>
          <p:cNvPicPr preferRelativeResize="0"/>
          <p:nvPr/>
        </p:nvPicPr>
        <p:blipFill rotWithShape="1">
          <a:blip r:embed="rId2">
            <a:alphaModFix amt="65000"/>
          </a:blip>
          <a:srcRect r="49952"/>
          <a:stretch/>
        </p:blipFill>
        <p:spPr>
          <a:xfrm flipH="1">
            <a:off x="4572000" y="0"/>
            <a:ext cx="4572000" cy="5143501"/>
          </a:xfrm>
          <a:prstGeom prst="rect">
            <a:avLst/>
          </a:prstGeom>
          <a:noFill/>
          <a:ln>
            <a:noFill/>
          </a:ln>
        </p:spPr>
      </p:pic>
      <p:sp>
        <p:nvSpPr>
          <p:cNvPr id="32" name="Google Shape;32;p7"/>
          <p:cNvSpPr txBox="1">
            <a:spLocks noGrp="1"/>
          </p:cNvSpPr>
          <p:nvPr>
            <p:ph type="title"/>
          </p:nvPr>
        </p:nvSpPr>
        <p:spPr>
          <a:xfrm>
            <a:off x="720000" y="711300"/>
            <a:ext cx="3566100" cy="1087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dirty="0"/>
          </a:p>
        </p:txBody>
      </p:sp>
      <p:sp>
        <p:nvSpPr>
          <p:cNvPr id="33" name="Google Shape;33;p7"/>
          <p:cNvSpPr txBox="1">
            <a:spLocks noGrp="1"/>
          </p:cNvSpPr>
          <p:nvPr>
            <p:ph type="body" idx="1"/>
          </p:nvPr>
        </p:nvSpPr>
        <p:spPr>
          <a:xfrm>
            <a:off x="720000" y="1798500"/>
            <a:ext cx="3566100" cy="26337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2"/>
              </a:buClr>
              <a:buSzPts val="1400"/>
              <a:buChar char="●"/>
              <a:defRPr>
                <a:solidFill>
                  <a:srgbClr val="434343"/>
                </a:solidFill>
              </a:defRPr>
            </a:lvl1pPr>
            <a:lvl2pPr marL="914400" lvl="1" indent="-304800" rtl="0">
              <a:lnSpc>
                <a:spcPct val="115000"/>
              </a:lnSpc>
              <a:spcBef>
                <a:spcPts val="0"/>
              </a:spcBef>
              <a:spcAft>
                <a:spcPts val="0"/>
              </a:spcAft>
              <a:buSzPts val="1200"/>
              <a:buChar char="○"/>
              <a:defRPr>
                <a:solidFill>
                  <a:srgbClr val="434343"/>
                </a:solidFill>
              </a:defRPr>
            </a:lvl2pPr>
            <a:lvl3pPr marL="1371600" lvl="2" indent="-304800" rtl="0">
              <a:lnSpc>
                <a:spcPct val="115000"/>
              </a:lnSpc>
              <a:spcBef>
                <a:spcPts val="0"/>
              </a:spcBef>
              <a:spcAft>
                <a:spcPts val="0"/>
              </a:spcAft>
              <a:buSzPts val="1200"/>
              <a:buChar char="■"/>
              <a:defRPr>
                <a:solidFill>
                  <a:srgbClr val="434343"/>
                </a:solidFill>
              </a:defRPr>
            </a:lvl3pPr>
            <a:lvl4pPr marL="1828800" lvl="3" indent="-304800" rtl="0">
              <a:lnSpc>
                <a:spcPct val="115000"/>
              </a:lnSpc>
              <a:spcBef>
                <a:spcPts val="0"/>
              </a:spcBef>
              <a:spcAft>
                <a:spcPts val="0"/>
              </a:spcAft>
              <a:buSzPts val="1200"/>
              <a:buChar char="●"/>
              <a:defRPr>
                <a:solidFill>
                  <a:srgbClr val="434343"/>
                </a:solidFill>
              </a:defRPr>
            </a:lvl4pPr>
            <a:lvl5pPr marL="2286000" lvl="4" indent="-304800" rtl="0">
              <a:lnSpc>
                <a:spcPct val="115000"/>
              </a:lnSpc>
              <a:spcBef>
                <a:spcPts val="0"/>
              </a:spcBef>
              <a:spcAft>
                <a:spcPts val="0"/>
              </a:spcAft>
              <a:buSzPts val="1200"/>
              <a:buChar char="○"/>
              <a:defRPr>
                <a:solidFill>
                  <a:srgbClr val="434343"/>
                </a:solidFill>
              </a:defRPr>
            </a:lvl5pPr>
            <a:lvl6pPr marL="2743200" lvl="5" indent="-304800" rtl="0">
              <a:lnSpc>
                <a:spcPct val="115000"/>
              </a:lnSpc>
              <a:spcBef>
                <a:spcPts val="0"/>
              </a:spcBef>
              <a:spcAft>
                <a:spcPts val="0"/>
              </a:spcAft>
              <a:buSzPts val="1200"/>
              <a:buChar char="■"/>
              <a:defRPr>
                <a:solidFill>
                  <a:srgbClr val="434343"/>
                </a:solidFill>
              </a:defRPr>
            </a:lvl6pPr>
            <a:lvl7pPr marL="3200400" lvl="6" indent="-304800" rtl="0">
              <a:lnSpc>
                <a:spcPct val="115000"/>
              </a:lnSpc>
              <a:spcBef>
                <a:spcPts val="0"/>
              </a:spcBef>
              <a:spcAft>
                <a:spcPts val="0"/>
              </a:spcAft>
              <a:buSzPts val="1200"/>
              <a:buChar char="●"/>
              <a:defRPr>
                <a:solidFill>
                  <a:srgbClr val="434343"/>
                </a:solidFill>
              </a:defRPr>
            </a:lvl7pPr>
            <a:lvl8pPr marL="3657600" lvl="7" indent="-304800" rtl="0">
              <a:lnSpc>
                <a:spcPct val="115000"/>
              </a:lnSpc>
              <a:spcBef>
                <a:spcPts val="0"/>
              </a:spcBef>
              <a:spcAft>
                <a:spcPts val="0"/>
              </a:spcAft>
              <a:buSzPts val="1200"/>
              <a:buChar char="○"/>
              <a:defRPr>
                <a:solidFill>
                  <a:srgbClr val="434343"/>
                </a:solidFill>
              </a:defRPr>
            </a:lvl8pPr>
            <a:lvl9pPr marL="4114800" lvl="8" indent="-304800" rtl="0">
              <a:lnSpc>
                <a:spcPct val="115000"/>
              </a:lnSpc>
              <a:spcBef>
                <a:spcPts val="0"/>
              </a:spcBef>
              <a:spcAft>
                <a:spcPts val="0"/>
              </a:spcAft>
              <a:buSzPts val="1200"/>
              <a:buChar char="■"/>
              <a:defRPr>
                <a:solidFill>
                  <a:srgbClr val="434343"/>
                </a:solidFill>
              </a:defRPr>
            </a:lvl9pPr>
          </a:lstStyle>
          <a:p>
            <a:endParaRPr dirty="0"/>
          </a:p>
        </p:txBody>
      </p:sp>
      <p:sp>
        <p:nvSpPr>
          <p:cNvPr id="34" name="Google Shape;34;p7"/>
          <p:cNvSpPr>
            <a:spLocks noGrp="1"/>
          </p:cNvSpPr>
          <p:nvPr>
            <p:ph type="pic" idx="2"/>
          </p:nvPr>
        </p:nvSpPr>
        <p:spPr>
          <a:xfrm>
            <a:off x="4795750" y="514350"/>
            <a:ext cx="4114800" cy="4114800"/>
          </a:xfrm>
          <a:prstGeom prst="roundRect">
            <a:avLst>
              <a:gd name="adj" fmla="val 16667"/>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2724150" y="1307100"/>
            <a:ext cx="36957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pic>
        <p:nvPicPr>
          <p:cNvPr id="38" name="Google Shape;38;p9"/>
          <p:cNvPicPr preferRelativeResize="0"/>
          <p:nvPr/>
        </p:nvPicPr>
        <p:blipFill>
          <a:blip r:embed="rId2">
            <a:alphaModFix amt="50000"/>
          </a:blip>
          <a:stretch>
            <a:fillRect/>
          </a:stretch>
        </p:blipFill>
        <p:spPr>
          <a:xfrm>
            <a:off x="0" y="0"/>
            <a:ext cx="9144000" cy="5143500"/>
          </a:xfrm>
          <a:prstGeom prst="rect">
            <a:avLst/>
          </a:prstGeom>
          <a:noFill/>
          <a:ln>
            <a:noFill/>
          </a:ln>
        </p:spPr>
      </p:pic>
      <p:sp>
        <p:nvSpPr>
          <p:cNvPr id="39" name="Google Shape;39;p9"/>
          <p:cNvSpPr txBox="1">
            <a:spLocks noGrp="1"/>
          </p:cNvSpPr>
          <p:nvPr>
            <p:ph type="title"/>
          </p:nvPr>
        </p:nvSpPr>
        <p:spPr>
          <a:xfrm>
            <a:off x="2201850" y="1584874"/>
            <a:ext cx="47403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dirty="0"/>
          </a:p>
        </p:txBody>
      </p:sp>
      <p:sp>
        <p:nvSpPr>
          <p:cNvPr id="40" name="Google Shape;40;p9"/>
          <p:cNvSpPr txBox="1">
            <a:spLocks noGrp="1"/>
          </p:cNvSpPr>
          <p:nvPr>
            <p:ph type="subTitle" idx="1"/>
          </p:nvPr>
        </p:nvSpPr>
        <p:spPr>
          <a:xfrm>
            <a:off x="2201925" y="2427926"/>
            <a:ext cx="4740300" cy="113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49"/>
        <p:cNvGrpSpPr/>
        <p:nvPr/>
      </p:nvGrpSpPr>
      <p:grpSpPr>
        <a:xfrm>
          <a:off x="0" y="0"/>
          <a:ext cx="0" cy="0"/>
          <a:chOff x="0" y="0"/>
          <a:chExt cx="0" cy="0"/>
        </a:xfrm>
      </p:grpSpPr>
      <p:sp>
        <p:nvSpPr>
          <p:cNvPr id="50" name="Google Shape;50;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dirty="0"/>
          </a:p>
        </p:txBody>
      </p:sp>
      <p:sp>
        <p:nvSpPr>
          <p:cNvPr id="51" name="Google Shape;51;p13"/>
          <p:cNvSpPr txBox="1">
            <a:spLocks noGrp="1"/>
          </p:cNvSpPr>
          <p:nvPr>
            <p:ph type="title" idx="2" hasCustomPrompt="1"/>
          </p:nvPr>
        </p:nvSpPr>
        <p:spPr>
          <a:xfrm>
            <a:off x="715097" y="1532783"/>
            <a:ext cx="689100" cy="548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rPr dirty="0"/>
              <a:t>xx%</a:t>
            </a:r>
          </a:p>
        </p:txBody>
      </p:sp>
      <p:sp>
        <p:nvSpPr>
          <p:cNvPr id="52" name="Google Shape;52;p13"/>
          <p:cNvSpPr txBox="1">
            <a:spLocks noGrp="1"/>
          </p:cNvSpPr>
          <p:nvPr>
            <p:ph type="title" idx="3" hasCustomPrompt="1"/>
          </p:nvPr>
        </p:nvSpPr>
        <p:spPr>
          <a:xfrm>
            <a:off x="715097" y="2966241"/>
            <a:ext cx="689100" cy="548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rPr dirty="0"/>
              <a:t>xx%</a:t>
            </a:r>
          </a:p>
        </p:txBody>
      </p:sp>
      <p:sp>
        <p:nvSpPr>
          <p:cNvPr id="53" name="Google Shape;53;p13"/>
          <p:cNvSpPr txBox="1">
            <a:spLocks noGrp="1"/>
          </p:cNvSpPr>
          <p:nvPr>
            <p:ph type="title" idx="4" hasCustomPrompt="1"/>
          </p:nvPr>
        </p:nvSpPr>
        <p:spPr>
          <a:xfrm>
            <a:off x="3017375" y="1532783"/>
            <a:ext cx="689100" cy="548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rPr dirty="0"/>
              <a:t>xx%</a:t>
            </a:r>
          </a:p>
        </p:txBody>
      </p:sp>
      <p:sp>
        <p:nvSpPr>
          <p:cNvPr id="54" name="Google Shape;54;p13"/>
          <p:cNvSpPr txBox="1">
            <a:spLocks noGrp="1"/>
          </p:cNvSpPr>
          <p:nvPr>
            <p:ph type="title" idx="5" hasCustomPrompt="1"/>
          </p:nvPr>
        </p:nvSpPr>
        <p:spPr>
          <a:xfrm>
            <a:off x="3017375" y="2966241"/>
            <a:ext cx="689100" cy="548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rPr dirty="0"/>
              <a:t>xx%</a:t>
            </a:r>
          </a:p>
        </p:txBody>
      </p:sp>
      <p:sp>
        <p:nvSpPr>
          <p:cNvPr id="55" name="Google Shape;55;p13"/>
          <p:cNvSpPr txBox="1">
            <a:spLocks noGrp="1"/>
          </p:cNvSpPr>
          <p:nvPr>
            <p:ph type="title" idx="6" hasCustomPrompt="1"/>
          </p:nvPr>
        </p:nvSpPr>
        <p:spPr>
          <a:xfrm>
            <a:off x="5319653" y="1532783"/>
            <a:ext cx="689100" cy="548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rPr dirty="0"/>
              <a:t>xx%</a:t>
            </a:r>
          </a:p>
        </p:txBody>
      </p:sp>
      <p:sp>
        <p:nvSpPr>
          <p:cNvPr id="56" name="Google Shape;56;p13"/>
          <p:cNvSpPr txBox="1">
            <a:spLocks noGrp="1"/>
          </p:cNvSpPr>
          <p:nvPr>
            <p:ph type="title" idx="7" hasCustomPrompt="1"/>
          </p:nvPr>
        </p:nvSpPr>
        <p:spPr>
          <a:xfrm>
            <a:off x="5319653" y="2966241"/>
            <a:ext cx="689100" cy="548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rPr dirty="0"/>
              <a:t>xx%</a:t>
            </a:r>
          </a:p>
        </p:txBody>
      </p:sp>
      <p:sp>
        <p:nvSpPr>
          <p:cNvPr id="57" name="Google Shape;57;p13"/>
          <p:cNvSpPr txBox="1">
            <a:spLocks noGrp="1"/>
          </p:cNvSpPr>
          <p:nvPr>
            <p:ph type="subTitle" idx="1"/>
          </p:nvPr>
        </p:nvSpPr>
        <p:spPr>
          <a:xfrm>
            <a:off x="715097" y="2056575"/>
            <a:ext cx="21621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dirty="0"/>
          </a:p>
        </p:txBody>
      </p:sp>
      <p:sp>
        <p:nvSpPr>
          <p:cNvPr id="58" name="Google Shape;58;p13"/>
          <p:cNvSpPr txBox="1">
            <a:spLocks noGrp="1"/>
          </p:cNvSpPr>
          <p:nvPr>
            <p:ph type="subTitle" idx="8"/>
          </p:nvPr>
        </p:nvSpPr>
        <p:spPr>
          <a:xfrm>
            <a:off x="3017375" y="2056575"/>
            <a:ext cx="21621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dirty="0"/>
          </a:p>
        </p:txBody>
      </p:sp>
      <p:sp>
        <p:nvSpPr>
          <p:cNvPr id="59" name="Google Shape;59;p13"/>
          <p:cNvSpPr txBox="1">
            <a:spLocks noGrp="1"/>
          </p:cNvSpPr>
          <p:nvPr>
            <p:ph type="subTitle" idx="9"/>
          </p:nvPr>
        </p:nvSpPr>
        <p:spPr>
          <a:xfrm>
            <a:off x="5319653" y="2056575"/>
            <a:ext cx="21621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dirty="0"/>
          </a:p>
        </p:txBody>
      </p:sp>
      <p:sp>
        <p:nvSpPr>
          <p:cNvPr id="60" name="Google Shape;60;p13"/>
          <p:cNvSpPr txBox="1">
            <a:spLocks noGrp="1"/>
          </p:cNvSpPr>
          <p:nvPr>
            <p:ph type="subTitle" idx="13"/>
          </p:nvPr>
        </p:nvSpPr>
        <p:spPr>
          <a:xfrm>
            <a:off x="715097" y="3490050"/>
            <a:ext cx="21621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dirty="0"/>
          </a:p>
        </p:txBody>
      </p:sp>
      <p:sp>
        <p:nvSpPr>
          <p:cNvPr id="61" name="Google Shape;61;p13"/>
          <p:cNvSpPr txBox="1">
            <a:spLocks noGrp="1"/>
          </p:cNvSpPr>
          <p:nvPr>
            <p:ph type="subTitle" idx="14"/>
          </p:nvPr>
        </p:nvSpPr>
        <p:spPr>
          <a:xfrm>
            <a:off x="3017375" y="3490050"/>
            <a:ext cx="21621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dirty="0"/>
          </a:p>
        </p:txBody>
      </p:sp>
      <p:sp>
        <p:nvSpPr>
          <p:cNvPr id="62" name="Google Shape;62;p13"/>
          <p:cNvSpPr txBox="1">
            <a:spLocks noGrp="1"/>
          </p:cNvSpPr>
          <p:nvPr>
            <p:ph type="subTitle" idx="15"/>
          </p:nvPr>
        </p:nvSpPr>
        <p:spPr>
          <a:xfrm>
            <a:off x="5319653" y="3490050"/>
            <a:ext cx="21621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defRPr>
            </a:lvl1pPr>
            <a:lvl2pPr lvl="1" rtl="0">
              <a:lnSpc>
                <a:spcPct val="100000"/>
              </a:lnSpc>
              <a:spcBef>
                <a:spcPts val="0"/>
              </a:spcBef>
              <a:spcAft>
                <a:spcPts val="0"/>
              </a:spcAft>
              <a:buSzPts val="2400"/>
              <a:buFont typeface="Raleway"/>
              <a:buNone/>
              <a:defRPr sz="2400">
                <a:latin typeface="Raleway"/>
                <a:ea typeface="Raleway"/>
                <a:cs typeface="Raleway"/>
                <a:sym typeface="Raleway"/>
              </a:defRPr>
            </a:lvl2pPr>
            <a:lvl3pPr lvl="2" rtl="0">
              <a:lnSpc>
                <a:spcPct val="100000"/>
              </a:lnSpc>
              <a:spcBef>
                <a:spcPts val="0"/>
              </a:spcBef>
              <a:spcAft>
                <a:spcPts val="0"/>
              </a:spcAft>
              <a:buSzPts val="2400"/>
              <a:buFont typeface="Raleway"/>
              <a:buNone/>
              <a:defRPr sz="2400">
                <a:latin typeface="Raleway"/>
                <a:ea typeface="Raleway"/>
                <a:cs typeface="Raleway"/>
                <a:sym typeface="Raleway"/>
              </a:defRPr>
            </a:lvl3pPr>
            <a:lvl4pPr lvl="3" rtl="0">
              <a:lnSpc>
                <a:spcPct val="100000"/>
              </a:lnSpc>
              <a:spcBef>
                <a:spcPts val="0"/>
              </a:spcBef>
              <a:spcAft>
                <a:spcPts val="0"/>
              </a:spcAft>
              <a:buSzPts val="2400"/>
              <a:buFont typeface="Raleway"/>
              <a:buNone/>
              <a:defRPr sz="2400">
                <a:latin typeface="Raleway"/>
                <a:ea typeface="Raleway"/>
                <a:cs typeface="Raleway"/>
                <a:sym typeface="Raleway"/>
              </a:defRPr>
            </a:lvl4pPr>
            <a:lvl5pPr lvl="4" rtl="0">
              <a:lnSpc>
                <a:spcPct val="100000"/>
              </a:lnSpc>
              <a:spcBef>
                <a:spcPts val="0"/>
              </a:spcBef>
              <a:spcAft>
                <a:spcPts val="0"/>
              </a:spcAft>
              <a:buSzPts val="2400"/>
              <a:buFont typeface="Raleway"/>
              <a:buNone/>
              <a:defRPr sz="2400">
                <a:latin typeface="Raleway"/>
                <a:ea typeface="Raleway"/>
                <a:cs typeface="Raleway"/>
                <a:sym typeface="Raleway"/>
              </a:defRPr>
            </a:lvl5pPr>
            <a:lvl6pPr lvl="5" rtl="0">
              <a:lnSpc>
                <a:spcPct val="100000"/>
              </a:lnSpc>
              <a:spcBef>
                <a:spcPts val="0"/>
              </a:spcBef>
              <a:spcAft>
                <a:spcPts val="0"/>
              </a:spcAft>
              <a:buSzPts val="2400"/>
              <a:buFont typeface="Raleway"/>
              <a:buNone/>
              <a:defRPr sz="2400">
                <a:latin typeface="Raleway"/>
                <a:ea typeface="Raleway"/>
                <a:cs typeface="Raleway"/>
                <a:sym typeface="Raleway"/>
              </a:defRPr>
            </a:lvl6pPr>
            <a:lvl7pPr lvl="6" rtl="0">
              <a:lnSpc>
                <a:spcPct val="100000"/>
              </a:lnSpc>
              <a:spcBef>
                <a:spcPts val="0"/>
              </a:spcBef>
              <a:spcAft>
                <a:spcPts val="0"/>
              </a:spcAft>
              <a:buSzPts val="2400"/>
              <a:buFont typeface="Raleway"/>
              <a:buNone/>
              <a:defRPr sz="2400">
                <a:latin typeface="Raleway"/>
                <a:ea typeface="Raleway"/>
                <a:cs typeface="Raleway"/>
                <a:sym typeface="Raleway"/>
              </a:defRPr>
            </a:lvl7pPr>
            <a:lvl8pPr lvl="7" rtl="0">
              <a:lnSpc>
                <a:spcPct val="100000"/>
              </a:lnSpc>
              <a:spcBef>
                <a:spcPts val="0"/>
              </a:spcBef>
              <a:spcAft>
                <a:spcPts val="0"/>
              </a:spcAft>
              <a:buSzPts val="2400"/>
              <a:buFont typeface="Raleway"/>
              <a:buNone/>
              <a:defRPr sz="2400">
                <a:latin typeface="Raleway"/>
                <a:ea typeface="Raleway"/>
                <a:cs typeface="Raleway"/>
                <a:sym typeface="Raleway"/>
              </a:defRPr>
            </a:lvl8pPr>
            <a:lvl9pPr lvl="8"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dirty="0"/>
          </a:p>
        </p:txBody>
      </p:sp>
      <p:pic>
        <p:nvPicPr>
          <p:cNvPr id="63" name="Google Shape;63;p13"/>
          <p:cNvPicPr preferRelativeResize="0"/>
          <p:nvPr/>
        </p:nvPicPr>
        <p:blipFill rotWithShape="1">
          <a:blip r:embed="rId2">
            <a:alphaModFix amt="65000"/>
          </a:blip>
          <a:srcRect l="93898"/>
          <a:stretch/>
        </p:blipFill>
        <p:spPr>
          <a:xfrm rot="10800000" flipH="1">
            <a:off x="8586590" y="-1"/>
            <a:ext cx="557400" cy="5143501"/>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3">
  <p:cSld name="TITLE_ONLY_1_2">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dirty="0"/>
          </a:p>
        </p:txBody>
      </p:sp>
      <p:pic>
        <p:nvPicPr>
          <p:cNvPr id="72" name="Google Shape;72;p16"/>
          <p:cNvPicPr preferRelativeResize="0"/>
          <p:nvPr/>
        </p:nvPicPr>
        <p:blipFill rotWithShape="1">
          <a:blip r:embed="rId2">
            <a:alphaModFix amt="65000"/>
          </a:blip>
          <a:srcRect l="1726" r="92172"/>
          <a:stretch/>
        </p:blipFill>
        <p:spPr>
          <a:xfrm rot="10800000" flipH="1">
            <a:off x="8586590" y="-1"/>
            <a:ext cx="557400" cy="514350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33"/>
        <p:cNvGrpSpPr/>
        <p:nvPr/>
      </p:nvGrpSpPr>
      <p:grpSpPr>
        <a:xfrm>
          <a:off x="0" y="0"/>
          <a:ext cx="0" cy="0"/>
          <a:chOff x="0" y="0"/>
          <a:chExt cx="0" cy="0"/>
        </a:xfrm>
      </p:grpSpPr>
      <p:pic>
        <p:nvPicPr>
          <p:cNvPr id="134" name="Google Shape;134;p24"/>
          <p:cNvPicPr preferRelativeResize="0"/>
          <p:nvPr/>
        </p:nvPicPr>
        <p:blipFill rotWithShape="1">
          <a:blip r:embed="rId2">
            <a:alphaModFix amt="65000"/>
          </a:blip>
          <a:srcRect l="93898"/>
          <a:stretch/>
        </p:blipFill>
        <p:spPr>
          <a:xfrm rot="10800000" flipH="1">
            <a:off x="8586590" y="-1"/>
            <a:ext cx="557400" cy="514350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ABeeZee"/>
              <a:buNone/>
              <a:defRPr sz="3000" b="1">
                <a:solidFill>
                  <a:schemeClr val="dk1"/>
                </a:solidFill>
                <a:latin typeface="ABeeZee"/>
                <a:ea typeface="ABeeZee"/>
                <a:cs typeface="ABeeZee"/>
                <a:sym typeface="ABeeZee"/>
              </a:defRPr>
            </a:lvl1pPr>
            <a:lvl2pPr lvl="1" rtl="0">
              <a:spcBef>
                <a:spcPts val="0"/>
              </a:spcBef>
              <a:spcAft>
                <a:spcPts val="0"/>
              </a:spcAft>
              <a:buClr>
                <a:schemeClr val="dk1"/>
              </a:buClr>
              <a:buSzPts val="3500"/>
              <a:buFont typeface="ABeeZee"/>
              <a:buNone/>
              <a:defRPr sz="3500">
                <a:solidFill>
                  <a:schemeClr val="dk1"/>
                </a:solidFill>
                <a:latin typeface="ABeeZee"/>
                <a:ea typeface="ABeeZee"/>
                <a:cs typeface="ABeeZee"/>
                <a:sym typeface="ABeeZee"/>
              </a:defRPr>
            </a:lvl2pPr>
            <a:lvl3pPr lvl="2" rtl="0">
              <a:spcBef>
                <a:spcPts val="0"/>
              </a:spcBef>
              <a:spcAft>
                <a:spcPts val="0"/>
              </a:spcAft>
              <a:buClr>
                <a:schemeClr val="dk1"/>
              </a:buClr>
              <a:buSzPts val="3500"/>
              <a:buFont typeface="ABeeZee"/>
              <a:buNone/>
              <a:defRPr sz="3500">
                <a:solidFill>
                  <a:schemeClr val="dk1"/>
                </a:solidFill>
                <a:latin typeface="ABeeZee"/>
                <a:ea typeface="ABeeZee"/>
                <a:cs typeface="ABeeZee"/>
                <a:sym typeface="ABeeZee"/>
              </a:defRPr>
            </a:lvl3pPr>
            <a:lvl4pPr lvl="3" rtl="0">
              <a:spcBef>
                <a:spcPts val="0"/>
              </a:spcBef>
              <a:spcAft>
                <a:spcPts val="0"/>
              </a:spcAft>
              <a:buClr>
                <a:schemeClr val="dk1"/>
              </a:buClr>
              <a:buSzPts val="3500"/>
              <a:buFont typeface="ABeeZee"/>
              <a:buNone/>
              <a:defRPr sz="3500">
                <a:solidFill>
                  <a:schemeClr val="dk1"/>
                </a:solidFill>
                <a:latin typeface="ABeeZee"/>
                <a:ea typeface="ABeeZee"/>
                <a:cs typeface="ABeeZee"/>
                <a:sym typeface="ABeeZee"/>
              </a:defRPr>
            </a:lvl4pPr>
            <a:lvl5pPr lvl="4" rtl="0">
              <a:spcBef>
                <a:spcPts val="0"/>
              </a:spcBef>
              <a:spcAft>
                <a:spcPts val="0"/>
              </a:spcAft>
              <a:buClr>
                <a:schemeClr val="dk1"/>
              </a:buClr>
              <a:buSzPts val="3500"/>
              <a:buFont typeface="ABeeZee"/>
              <a:buNone/>
              <a:defRPr sz="3500">
                <a:solidFill>
                  <a:schemeClr val="dk1"/>
                </a:solidFill>
                <a:latin typeface="ABeeZee"/>
                <a:ea typeface="ABeeZee"/>
                <a:cs typeface="ABeeZee"/>
                <a:sym typeface="ABeeZee"/>
              </a:defRPr>
            </a:lvl5pPr>
            <a:lvl6pPr lvl="5" rtl="0">
              <a:spcBef>
                <a:spcPts val="0"/>
              </a:spcBef>
              <a:spcAft>
                <a:spcPts val="0"/>
              </a:spcAft>
              <a:buClr>
                <a:schemeClr val="dk1"/>
              </a:buClr>
              <a:buSzPts val="3500"/>
              <a:buFont typeface="ABeeZee"/>
              <a:buNone/>
              <a:defRPr sz="3500">
                <a:solidFill>
                  <a:schemeClr val="dk1"/>
                </a:solidFill>
                <a:latin typeface="ABeeZee"/>
                <a:ea typeface="ABeeZee"/>
                <a:cs typeface="ABeeZee"/>
                <a:sym typeface="ABeeZee"/>
              </a:defRPr>
            </a:lvl6pPr>
            <a:lvl7pPr lvl="6" rtl="0">
              <a:spcBef>
                <a:spcPts val="0"/>
              </a:spcBef>
              <a:spcAft>
                <a:spcPts val="0"/>
              </a:spcAft>
              <a:buClr>
                <a:schemeClr val="dk1"/>
              </a:buClr>
              <a:buSzPts val="3500"/>
              <a:buFont typeface="ABeeZee"/>
              <a:buNone/>
              <a:defRPr sz="3500">
                <a:solidFill>
                  <a:schemeClr val="dk1"/>
                </a:solidFill>
                <a:latin typeface="ABeeZee"/>
                <a:ea typeface="ABeeZee"/>
                <a:cs typeface="ABeeZee"/>
                <a:sym typeface="ABeeZee"/>
              </a:defRPr>
            </a:lvl7pPr>
            <a:lvl8pPr lvl="7" rtl="0">
              <a:spcBef>
                <a:spcPts val="0"/>
              </a:spcBef>
              <a:spcAft>
                <a:spcPts val="0"/>
              </a:spcAft>
              <a:buClr>
                <a:schemeClr val="dk1"/>
              </a:buClr>
              <a:buSzPts val="3500"/>
              <a:buFont typeface="ABeeZee"/>
              <a:buNone/>
              <a:defRPr sz="3500">
                <a:solidFill>
                  <a:schemeClr val="dk1"/>
                </a:solidFill>
                <a:latin typeface="ABeeZee"/>
                <a:ea typeface="ABeeZee"/>
                <a:cs typeface="ABeeZee"/>
                <a:sym typeface="ABeeZee"/>
              </a:defRPr>
            </a:lvl8pPr>
            <a:lvl9pPr lvl="8" rtl="0">
              <a:spcBef>
                <a:spcPts val="0"/>
              </a:spcBef>
              <a:spcAft>
                <a:spcPts val="0"/>
              </a:spcAft>
              <a:buClr>
                <a:schemeClr val="dk1"/>
              </a:buClr>
              <a:buSzPts val="3500"/>
              <a:buFont typeface="ABeeZee"/>
              <a:buNone/>
              <a:defRPr sz="3500">
                <a:solidFill>
                  <a:schemeClr val="dk1"/>
                </a:solidFill>
                <a:latin typeface="ABeeZee"/>
                <a:ea typeface="ABeeZee"/>
                <a:cs typeface="ABeeZee"/>
                <a:sym typeface="ABeeZee"/>
              </a:defRPr>
            </a:lvl9pPr>
          </a:lstStyle>
          <a:p>
            <a:endParaRPr dirty="0"/>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BeeZee"/>
              <a:buChar char="●"/>
              <a:defRPr sz="1200">
                <a:solidFill>
                  <a:schemeClr val="dk1"/>
                </a:solidFill>
                <a:latin typeface="ABeeZee"/>
                <a:ea typeface="ABeeZee"/>
                <a:cs typeface="ABeeZee"/>
                <a:sym typeface="ABeeZee"/>
              </a:defRPr>
            </a:lvl1pPr>
            <a:lvl2pPr marL="914400" lvl="1" indent="-304800">
              <a:lnSpc>
                <a:spcPct val="100000"/>
              </a:lnSpc>
              <a:spcBef>
                <a:spcPts val="0"/>
              </a:spcBef>
              <a:spcAft>
                <a:spcPts val="0"/>
              </a:spcAft>
              <a:buClr>
                <a:schemeClr val="dk1"/>
              </a:buClr>
              <a:buSzPts val="1200"/>
              <a:buFont typeface="ABeeZee"/>
              <a:buChar char="○"/>
              <a:defRPr sz="1200">
                <a:solidFill>
                  <a:schemeClr val="dk1"/>
                </a:solidFill>
                <a:latin typeface="ABeeZee"/>
                <a:ea typeface="ABeeZee"/>
                <a:cs typeface="ABeeZee"/>
                <a:sym typeface="ABeeZee"/>
              </a:defRPr>
            </a:lvl2pPr>
            <a:lvl3pPr marL="1371600" lvl="2" indent="-304800">
              <a:lnSpc>
                <a:spcPct val="100000"/>
              </a:lnSpc>
              <a:spcBef>
                <a:spcPts val="0"/>
              </a:spcBef>
              <a:spcAft>
                <a:spcPts val="0"/>
              </a:spcAft>
              <a:buClr>
                <a:schemeClr val="dk1"/>
              </a:buClr>
              <a:buSzPts val="1200"/>
              <a:buFont typeface="ABeeZee"/>
              <a:buChar char="■"/>
              <a:defRPr sz="1200">
                <a:solidFill>
                  <a:schemeClr val="dk1"/>
                </a:solidFill>
                <a:latin typeface="ABeeZee"/>
                <a:ea typeface="ABeeZee"/>
                <a:cs typeface="ABeeZee"/>
                <a:sym typeface="ABeeZee"/>
              </a:defRPr>
            </a:lvl3pPr>
            <a:lvl4pPr marL="1828800" lvl="3" indent="-304800">
              <a:lnSpc>
                <a:spcPct val="100000"/>
              </a:lnSpc>
              <a:spcBef>
                <a:spcPts val="0"/>
              </a:spcBef>
              <a:spcAft>
                <a:spcPts val="0"/>
              </a:spcAft>
              <a:buClr>
                <a:schemeClr val="dk1"/>
              </a:buClr>
              <a:buSzPts val="1200"/>
              <a:buFont typeface="ABeeZee"/>
              <a:buChar char="●"/>
              <a:defRPr sz="1200">
                <a:solidFill>
                  <a:schemeClr val="dk1"/>
                </a:solidFill>
                <a:latin typeface="ABeeZee"/>
                <a:ea typeface="ABeeZee"/>
                <a:cs typeface="ABeeZee"/>
                <a:sym typeface="ABeeZee"/>
              </a:defRPr>
            </a:lvl4pPr>
            <a:lvl5pPr marL="2286000" lvl="4" indent="-304800">
              <a:lnSpc>
                <a:spcPct val="100000"/>
              </a:lnSpc>
              <a:spcBef>
                <a:spcPts val="0"/>
              </a:spcBef>
              <a:spcAft>
                <a:spcPts val="0"/>
              </a:spcAft>
              <a:buClr>
                <a:schemeClr val="dk1"/>
              </a:buClr>
              <a:buSzPts val="1200"/>
              <a:buFont typeface="ABeeZee"/>
              <a:buChar char="○"/>
              <a:defRPr sz="1200">
                <a:solidFill>
                  <a:schemeClr val="dk1"/>
                </a:solidFill>
                <a:latin typeface="ABeeZee"/>
                <a:ea typeface="ABeeZee"/>
                <a:cs typeface="ABeeZee"/>
                <a:sym typeface="ABeeZee"/>
              </a:defRPr>
            </a:lvl5pPr>
            <a:lvl6pPr marL="2743200" lvl="5" indent="-304800">
              <a:lnSpc>
                <a:spcPct val="100000"/>
              </a:lnSpc>
              <a:spcBef>
                <a:spcPts val="0"/>
              </a:spcBef>
              <a:spcAft>
                <a:spcPts val="0"/>
              </a:spcAft>
              <a:buClr>
                <a:schemeClr val="dk1"/>
              </a:buClr>
              <a:buSzPts val="1200"/>
              <a:buFont typeface="ABeeZee"/>
              <a:buChar char="■"/>
              <a:defRPr sz="1200">
                <a:solidFill>
                  <a:schemeClr val="dk1"/>
                </a:solidFill>
                <a:latin typeface="ABeeZee"/>
                <a:ea typeface="ABeeZee"/>
                <a:cs typeface="ABeeZee"/>
                <a:sym typeface="ABeeZee"/>
              </a:defRPr>
            </a:lvl6pPr>
            <a:lvl7pPr marL="3200400" lvl="6" indent="-304800">
              <a:lnSpc>
                <a:spcPct val="100000"/>
              </a:lnSpc>
              <a:spcBef>
                <a:spcPts val="0"/>
              </a:spcBef>
              <a:spcAft>
                <a:spcPts val="0"/>
              </a:spcAft>
              <a:buClr>
                <a:schemeClr val="dk1"/>
              </a:buClr>
              <a:buSzPts val="1200"/>
              <a:buFont typeface="ABeeZee"/>
              <a:buChar char="●"/>
              <a:defRPr sz="1200">
                <a:solidFill>
                  <a:schemeClr val="dk1"/>
                </a:solidFill>
                <a:latin typeface="ABeeZee"/>
                <a:ea typeface="ABeeZee"/>
                <a:cs typeface="ABeeZee"/>
                <a:sym typeface="ABeeZee"/>
              </a:defRPr>
            </a:lvl7pPr>
            <a:lvl8pPr marL="3657600" lvl="7" indent="-304800">
              <a:lnSpc>
                <a:spcPct val="100000"/>
              </a:lnSpc>
              <a:spcBef>
                <a:spcPts val="0"/>
              </a:spcBef>
              <a:spcAft>
                <a:spcPts val="0"/>
              </a:spcAft>
              <a:buClr>
                <a:schemeClr val="dk1"/>
              </a:buClr>
              <a:buSzPts val="1200"/>
              <a:buFont typeface="ABeeZee"/>
              <a:buChar char="○"/>
              <a:defRPr sz="1200">
                <a:solidFill>
                  <a:schemeClr val="dk1"/>
                </a:solidFill>
                <a:latin typeface="ABeeZee"/>
                <a:ea typeface="ABeeZee"/>
                <a:cs typeface="ABeeZee"/>
                <a:sym typeface="ABeeZee"/>
              </a:defRPr>
            </a:lvl8pPr>
            <a:lvl9pPr marL="4114800" lvl="8" indent="-304800">
              <a:lnSpc>
                <a:spcPct val="100000"/>
              </a:lnSpc>
              <a:spcBef>
                <a:spcPts val="0"/>
              </a:spcBef>
              <a:spcAft>
                <a:spcPts val="0"/>
              </a:spcAft>
              <a:buClr>
                <a:schemeClr val="dk1"/>
              </a:buClr>
              <a:buSzPts val="1200"/>
              <a:buFont typeface="ABeeZee"/>
              <a:buChar char="■"/>
              <a:defRPr sz="1200">
                <a:solidFill>
                  <a:schemeClr val="dk1"/>
                </a:solidFill>
                <a:latin typeface="ABeeZee"/>
                <a:ea typeface="ABeeZee"/>
                <a:cs typeface="ABeeZee"/>
                <a:sym typeface="ABeeZee"/>
              </a:defRPr>
            </a:lvl9pPr>
          </a:lstStyle>
          <a:p>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8" r:id="rId8"/>
    <p:sldLayoutId id="2147483659" r:id="rId9"/>
    <p:sldLayoutId id="2147483662" r:id="rId10"/>
    <p:sldLayoutId id="214748367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microsoft.com/office/2007/relationships/hdphoto" Target="../media/hdphoto2.wdp"/><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microsoft.com/office/2007/relationships/hdphoto" Target="../media/hdphoto4.wdp"/><Relationship Id="rId5" Type="http://schemas.openxmlformats.org/officeDocument/2006/relationships/image" Target="../media/image13.png"/><Relationship Id="rId4" Type="http://schemas.microsoft.com/office/2007/relationships/hdphoto" Target="../media/hdphoto3.wdp"/><Relationship Id="rId9"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9.png"/><Relationship Id="rId7" Type="http://schemas.openxmlformats.org/officeDocument/2006/relationships/hyperlink" Target="https://www.figma.com/design/RRG9aEU0ftgEU2HHfWrfbq/Untitled?t=HamI90NEMQEaA1m3-1" TargetMode="External"/><Relationship Id="rId2" Type="http://schemas.openxmlformats.org/officeDocument/2006/relationships/image" Target="../media/image18.png"/><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6.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hyperlink" Target="https://visionatlas.iapb.org/country-data/egypt" TargetMode="External"/><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hyperlink" Target="https://arxiv.org/abs/2407.17496?" TargetMode="External"/><Relationship Id="rId5" Type="http://schemas.openxmlformats.org/officeDocument/2006/relationships/hyperlink" Target="https://www.newarab.com/features/visually-impaired%20arabs-turn-ai-empowerment-and-equality" TargetMode="External"/><Relationship Id="rId4" Type="http://schemas.openxmlformats.org/officeDocument/2006/relationships/hyperlink" Target="https://datareportal.com/reports/digital-2025-egypt"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3232D2DB-27EE-64E7-F1D0-CA09684BF20A}"/>
            </a:ext>
          </a:extLst>
        </p:cNvPr>
        <p:cNvGrpSpPr/>
        <p:nvPr/>
      </p:nvGrpSpPr>
      <p:grpSpPr>
        <a:xfrm>
          <a:off x="0" y="0"/>
          <a:ext cx="0" cy="0"/>
          <a:chOff x="0" y="0"/>
          <a:chExt cx="0" cy="0"/>
        </a:xfrm>
      </p:grpSpPr>
      <p:pic>
        <p:nvPicPr>
          <p:cNvPr id="147" name="Google Shape;147;p29">
            <a:extLst>
              <a:ext uri="{FF2B5EF4-FFF2-40B4-BE49-F238E27FC236}">
                <a16:creationId xmlns:a16="http://schemas.microsoft.com/office/drawing/2014/main" id="{3BFAFA56-0678-1D28-F42A-31657DA49505}"/>
              </a:ext>
            </a:extLst>
          </p:cNvPr>
          <p:cNvPicPr preferRelativeResize="0"/>
          <p:nvPr/>
        </p:nvPicPr>
        <p:blipFill rotWithShape="1">
          <a:blip r:embed="rId5">
            <a:alphaModFix amt="50000"/>
          </a:blip>
          <a:srcRect l="79800"/>
          <a:stretch/>
        </p:blipFill>
        <p:spPr>
          <a:xfrm>
            <a:off x="7296926" y="0"/>
            <a:ext cx="1847050" cy="5143500"/>
          </a:xfrm>
          <a:prstGeom prst="rect">
            <a:avLst/>
          </a:prstGeom>
          <a:noFill/>
          <a:ln>
            <a:noFill/>
          </a:ln>
        </p:spPr>
      </p:pic>
      <p:pic>
        <p:nvPicPr>
          <p:cNvPr id="4" name="WhatsApp Video 2026-02-15 at 12.35.48 AM">
            <a:hlinkClick r:id="" action="ppaction://media"/>
            <a:extLst>
              <a:ext uri="{FF2B5EF4-FFF2-40B4-BE49-F238E27FC236}">
                <a16:creationId xmlns:a16="http://schemas.microsoft.com/office/drawing/2014/main" id="{F70A1883-1EE8-7A16-A765-A0B3D8C1EFC5}"/>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273175" y="0"/>
            <a:ext cx="11414419" cy="5143500"/>
          </a:xfrm>
          <a:prstGeom prst="rect">
            <a:avLst/>
          </a:prstGeom>
        </p:spPr>
      </p:pic>
    </p:spTree>
    <p:extLst>
      <p:ext uri="{BB962C8B-B14F-4D97-AF65-F5344CB8AC3E}">
        <p14:creationId xmlns:p14="http://schemas.microsoft.com/office/powerpoint/2010/main" val="17302004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031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29"/>
          <p:cNvPicPr preferRelativeResize="0"/>
          <p:nvPr/>
        </p:nvPicPr>
        <p:blipFill rotWithShape="1">
          <a:blip r:embed="rId3">
            <a:alphaModFix amt="50000"/>
          </a:blip>
          <a:srcRect l="79800"/>
          <a:stretch/>
        </p:blipFill>
        <p:spPr>
          <a:xfrm>
            <a:off x="6754091" y="0"/>
            <a:ext cx="2389885" cy="5143500"/>
          </a:xfrm>
          <a:prstGeom prst="rect">
            <a:avLst/>
          </a:prstGeom>
          <a:noFill/>
          <a:ln>
            <a:noFill/>
          </a:ln>
        </p:spPr>
      </p:pic>
      <p:sp>
        <p:nvSpPr>
          <p:cNvPr id="148" name="Google Shape;148;p29"/>
          <p:cNvSpPr txBox="1">
            <a:spLocks noGrp="1"/>
          </p:cNvSpPr>
          <p:nvPr>
            <p:ph type="ctrTitle"/>
          </p:nvPr>
        </p:nvSpPr>
        <p:spPr>
          <a:xfrm>
            <a:off x="500605" y="2163037"/>
            <a:ext cx="5625416" cy="164592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800" dirty="0"/>
              <a:t>Sanad </a:t>
            </a:r>
            <a:br>
              <a:rPr lang="ar-EG" sz="4800" dirty="0"/>
            </a:br>
            <a:r>
              <a:rPr lang="en" sz="4800" dirty="0"/>
              <a:t>Mobile Application </a:t>
            </a:r>
            <a:endParaRPr sz="4800" dirty="0"/>
          </a:p>
        </p:txBody>
      </p:sp>
      <p:pic>
        <p:nvPicPr>
          <p:cNvPr id="150" name="Google Shape;150;p29"/>
          <p:cNvPicPr preferRelativeResize="0"/>
          <p:nvPr/>
        </p:nvPicPr>
        <p:blipFill>
          <a:blip r:embed="rId4">
            <a:alphaModFix/>
          </a:blip>
          <a:stretch>
            <a:fillRect/>
          </a:stretch>
        </p:blipFill>
        <p:spPr>
          <a:xfrm>
            <a:off x="6254560" y="1988126"/>
            <a:ext cx="1847050" cy="1406577"/>
          </a:xfrm>
          <a:prstGeom prst="rect">
            <a:avLst/>
          </a:prstGeom>
          <a:noFill/>
          <a:ln>
            <a:noFill/>
          </a:ln>
        </p:spPr>
      </p:pic>
      <p:pic>
        <p:nvPicPr>
          <p:cNvPr id="3" name="Picture 2" descr="A logo with hands and a bird&#10;&#10;AI-generated content may be incorrect.">
            <a:extLst>
              <a:ext uri="{FF2B5EF4-FFF2-40B4-BE49-F238E27FC236}">
                <a16:creationId xmlns:a16="http://schemas.microsoft.com/office/drawing/2014/main" id="{A801B27B-CC0E-C5E1-C41D-F35A6A019BC9}"/>
              </a:ext>
            </a:extLst>
          </p:cNvPr>
          <p:cNvPicPr>
            <a:picLocks noChangeAspect="1"/>
          </p:cNvPicPr>
          <p:nvPr/>
        </p:nvPicPr>
        <p:blipFill>
          <a:blip r:embed="rId5"/>
          <a:stretch>
            <a:fillRect/>
          </a:stretch>
        </p:blipFill>
        <p:spPr>
          <a:xfrm>
            <a:off x="7047567" y="99342"/>
            <a:ext cx="1847050" cy="147764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5" name="Picture 4" descr="A logo with hands and a blue background&#10;&#10;AI-generated content may be incorrect.">
            <a:extLst>
              <a:ext uri="{FF2B5EF4-FFF2-40B4-BE49-F238E27FC236}">
                <a16:creationId xmlns:a16="http://schemas.microsoft.com/office/drawing/2014/main" id="{87FFFA41-FAF8-5215-60B4-837B3D0FB822}"/>
              </a:ext>
            </a:extLst>
          </p:cNvPr>
          <p:cNvPicPr>
            <a:picLocks noChangeAspect="1"/>
          </p:cNvPicPr>
          <p:nvPr/>
        </p:nvPicPr>
        <p:blipFill>
          <a:blip r:embed="rId6"/>
          <a:stretch>
            <a:fillRect/>
          </a:stretch>
        </p:blipFill>
        <p:spPr>
          <a:xfrm>
            <a:off x="249383" y="99358"/>
            <a:ext cx="1847049" cy="147763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2">
          <a:extLst>
            <a:ext uri="{FF2B5EF4-FFF2-40B4-BE49-F238E27FC236}">
              <a16:creationId xmlns:a16="http://schemas.microsoft.com/office/drawing/2014/main" id="{D1079F5B-D0DE-4C56-1A9A-A291FA4124B0}"/>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D0163F90-5102-0DD2-36A1-D2CE30E7A93A}"/>
              </a:ext>
            </a:extLst>
          </p:cNvPr>
          <p:cNvSpPr/>
          <p:nvPr/>
        </p:nvSpPr>
        <p:spPr>
          <a:xfrm>
            <a:off x="208345" y="324091"/>
            <a:ext cx="8750460" cy="4490977"/>
          </a:xfrm>
          <a:prstGeom prst="rect">
            <a:avLst/>
          </a:prstGeom>
          <a:solidFill>
            <a:schemeClr val="lt1">
              <a:alpha val="4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83" name="Google Shape;183;p32">
            <a:extLst>
              <a:ext uri="{FF2B5EF4-FFF2-40B4-BE49-F238E27FC236}">
                <a16:creationId xmlns:a16="http://schemas.microsoft.com/office/drawing/2014/main" id="{ED17DC93-37F3-E432-57E2-6FA5A8BA6A46}"/>
              </a:ext>
            </a:extLst>
          </p:cNvPr>
          <p:cNvSpPr txBox="1">
            <a:spLocks noGrp="1"/>
          </p:cNvSpPr>
          <p:nvPr>
            <p:ph type="title"/>
          </p:nvPr>
        </p:nvSpPr>
        <p:spPr>
          <a:xfrm>
            <a:off x="-223535" y="1057532"/>
            <a:ext cx="5019070" cy="202348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t>Rawan Yasser </a:t>
            </a:r>
            <a:br>
              <a:rPr lang="en" sz="2400" dirty="0"/>
            </a:br>
            <a:br>
              <a:rPr lang="en" sz="2400" dirty="0"/>
            </a:br>
            <a:r>
              <a:rPr lang="en-US" sz="2400" dirty="0"/>
              <a:t>Basma </a:t>
            </a:r>
            <a:r>
              <a:rPr lang="en-US" sz="2400" dirty="0" err="1"/>
              <a:t>Aldoushy</a:t>
            </a:r>
            <a:br>
              <a:rPr lang="en-US" sz="2400" dirty="0"/>
            </a:br>
            <a:br>
              <a:rPr lang="en-US" sz="2400" dirty="0"/>
            </a:br>
            <a:r>
              <a:rPr lang="en-US" sz="2400" dirty="0" err="1"/>
              <a:t>Arsany</a:t>
            </a:r>
            <a:r>
              <a:rPr lang="en-US" sz="2400" dirty="0"/>
              <a:t> Ehab</a:t>
            </a:r>
            <a:endParaRPr sz="2400" dirty="0"/>
          </a:p>
        </p:txBody>
      </p:sp>
      <p:sp>
        <p:nvSpPr>
          <p:cNvPr id="184" name="Google Shape;184;p32">
            <a:extLst>
              <a:ext uri="{FF2B5EF4-FFF2-40B4-BE49-F238E27FC236}">
                <a16:creationId xmlns:a16="http://schemas.microsoft.com/office/drawing/2014/main" id="{041732E8-9D52-6673-3452-104BDE3F57C7}"/>
              </a:ext>
            </a:extLst>
          </p:cNvPr>
          <p:cNvSpPr txBox="1">
            <a:spLocks noGrp="1"/>
          </p:cNvSpPr>
          <p:nvPr>
            <p:ph type="title" idx="2"/>
          </p:nvPr>
        </p:nvSpPr>
        <p:spPr>
          <a:xfrm>
            <a:off x="1515790" y="395343"/>
            <a:ext cx="6112420" cy="739604"/>
          </a:xfrm>
          <a:prstGeom prst="rect">
            <a:avLst/>
          </a:prstGeom>
        </p:spPr>
        <p:txBody>
          <a:bodyPr spcFirstLastPara="1" wrap="square" lIns="91425" tIns="91425" rIns="91425" bIns="91425" anchor="b" anchorCtr="0">
            <a:noAutofit/>
          </a:bodyPr>
          <a:lstStyle/>
          <a:p>
            <a:pPr lvl="0" algn="ctr"/>
            <a:r>
              <a:rPr lang="en" sz="3600" dirty="0"/>
              <a:t>Team Members</a:t>
            </a:r>
            <a:endParaRPr sz="3600" dirty="0"/>
          </a:p>
        </p:txBody>
      </p:sp>
      <p:sp>
        <p:nvSpPr>
          <p:cNvPr id="6" name="Google Shape;183;p32">
            <a:extLst>
              <a:ext uri="{FF2B5EF4-FFF2-40B4-BE49-F238E27FC236}">
                <a16:creationId xmlns:a16="http://schemas.microsoft.com/office/drawing/2014/main" id="{6E3426E5-63D2-6C0E-5245-24F442B3868D}"/>
              </a:ext>
            </a:extLst>
          </p:cNvPr>
          <p:cNvSpPr txBox="1">
            <a:spLocks/>
          </p:cNvSpPr>
          <p:nvPr/>
        </p:nvSpPr>
        <p:spPr>
          <a:xfrm>
            <a:off x="4136523" y="1057532"/>
            <a:ext cx="5130815" cy="202348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3600"/>
              <a:buFont typeface="ABeeZee"/>
              <a:buNone/>
              <a:defRPr sz="4000" b="1" i="0" u="none" strike="noStrike" cap="none">
                <a:solidFill>
                  <a:schemeClr val="dk1"/>
                </a:solidFill>
                <a:latin typeface="ABeeZee"/>
                <a:ea typeface="ABeeZee"/>
                <a:cs typeface="ABeeZee"/>
                <a:sym typeface="ABeeZee"/>
              </a:defRPr>
            </a:lvl1pPr>
            <a:lvl2pPr marR="0" lvl="1" algn="ctr" rtl="0">
              <a:lnSpc>
                <a:spcPct val="100000"/>
              </a:lnSpc>
              <a:spcBef>
                <a:spcPts val="0"/>
              </a:spcBef>
              <a:spcAft>
                <a:spcPts val="0"/>
              </a:spcAft>
              <a:buClr>
                <a:schemeClr val="dk1"/>
              </a:buClr>
              <a:buSzPts val="3600"/>
              <a:buFont typeface="ABeeZee"/>
              <a:buNone/>
              <a:defRPr sz="3600" b="0" i="0" u="none" strike="noStrike" cap="none">
                <a:solidFill>
                  <a:schemeClr val="dk1"/>
                </a:solidFill>
                <a:latin typeface="ABeeZee"/>
                <a:ea typeface="ABeeZee"/>
                <a:cs typeface="ABeeZee"/>
                <a:sym typeface="ABeeZee"/>
              </a:defRPr>
            </a:lvl2pPr>
            <a:lvl3pPr marR="0" lvl="2" algn="ctr" rtl="0">
              <a:lnSpc>
                <a:spcPct val="100000"/>
              </a:lnSpc>
              <a:spcBef>
                <a:spcPts val="0"/>
              </a:spcBef>
              <a:spcAft>
                <a:spcPts val="0"/>
              </a:spcAft>
              <a:buClr>
                <a:schemeClr val="dk1"/>
              </a:buClr>
              <a:buSzPts val="3600"/>
              <a:buFont typeface="ABeeZee"/>
              <a:buNone/>
              <a:defRPr sz="3600" b="0" i="0" u="none" strike="noStrike" cap="none">
                <a:solidFill>
                  <a:schemeClr val="dk1"/>
                </a:solidFill>
                <a:latin typeface="ABeeZee"/>
                <a:ea typeface="ABeeZee"/>
                <a:cs typeface="ABeeZee"/>
                <a:sym typeface="ABeeZee"/>
              </a:defRPr>
            </a:lvl3pPr>
            <a:lvl4pPr marR="0" lvl="3" algn="ctr" rtl="0">
              <a:lnSpc>
                <a:spcPct val="100000"/>
              </a:lnSpc>
              <a:spcBef>
                <a:spcPts val="0"/>
              </a:spcBef>
              <a:spcAft>
                <a:spcPts val="0"/>
              </a:spcAft>
              <a:buClr>
                <a:schemeClr val="dk1"/>
              </a:buClr>
              <a:buSzPts val="3600"/>
              <a:buFont typeface="ABeeZee"/>
              <a:buNone/>
              <a:defRPr sz="3600" b="0" i="0" u="none" strike="noStrike" cap="none">
                <a:solidFill>
                  <a:schemeClr val="dk1"/>
                </a:solidFill>
                <a:latin typeface="ABeeZee"/>
                <a:ea typeface="ABeeZee"/>
                <a:cs typeface="ABeeZee"/>
                <a:sym typeface="ABeeZee"/>
              </a:defRPr>
            </a:lvl4pPr>
            <a:lvl5pPr marR="0" lvl="4" algn="ctr" rtl="0">
              <a:lnSpc>
                <a:spcPct val="100000"/>
              </a:lnSpc>
              <a:spcBef>
                <a:spcPts val="0"/>
              </a:spcBef>
              <a:spcAft>
                <a:spcPts val="0"/>
              </a:spcAft>
              <a:buClr>
                <a:schemeClr val="dk1"/>
              </a:buClr>
              <a:buSzPts val="3600"/>
              <a:buFont typeface="ABeeZee"/>
              <a:buNone/>
              <a:defRPr sz="3600" b="0" i="0" u="none" strike="noStrike" cap="none">
                <a:solidFill>
                  <a:schemeClr val="dk1"/>
                </a:solidFill>
                <a:latin typeface="ABeeZee"/>
                <a:ea typeface="ABeeZee"/>
                <a:cs typeface="ABeeZee"/>
                <a:sym typeface="ABeeZee"/>
              </a:defRPr>
            </a:lvl5pPr>
            <a:lvl6pPr marR="0" lvl="5" algn="ctr" rtl="0">
              <a:lnSpc>
                <a:spcPct val="100000"/>
              </a:lnSpc>
              <a:spcBef>
                <a:spcPts val="0"/>
              </a:spcBef>
              <a:spcAft>
                <a:spcPts val="0"/>
              </a:spcAft>
              <a:buClr>
                <a:schemeClr val="dk1"/>
              </a:buClr>
              <a:buSzPts val="3600"/>
              <a:buFont typeface="ABeeZee"/>
              <a:buNone/>
              <a:defRPr sz="3600" b="0" i="0" u="none" strike="noStrike" cap="none">
                <a:solidFill>
                  <a:schemeClr val="dk1"/>
                </a:solidFill>
                <a:latin typeface="ABeeZee"/>
                <a:ea typeface="ABeeZee"/>
                <a:cs typeface="ABeeZee"/>
                <a:sym typeface="ABeeZee"/>
              </a:defRPr>
            </a:lvl6pPr>
            <a:lvl7pPr marR="0" lvl="6" algn="ctr" rtl="0">
              <a:lnSpc>
                <a:spcPct val="100000"/>
              </a:lnSpc>
              <a:spcBef>
                <a:spcPts val="0"/>
              </a:spcBef>
              <a:spcAft>
                <a:spcPts val="0"/>
              </a:spcAft>
              <a:buClr>
                <a:schemeClr val="dk1"/>
              </a:buClr>
              <a:buSzPts val="3600"/>
              <a:buFont typeface="ABeeZee"/>
              <a:buNone/>
              <a:defRPr sz="3600" b="0" i="0" u="none" strike="noStrike" cap="none">
                <a:solidFill>
                  <a:schemeClr val="dk1"/>
                </a:solidFill>
                <a:latin typeface="ABeeZee"/>
                <a:ea typeface="ABeeZee"/>
                <a:cs typeface="ABeeZee"/>
                <a:sym typeface="ABeeZee"/>
              </a:defRPr>
            </a:lvl7pPr>
            <a:lvl8pPr marR="0" lvl="7" algn="ctr" rtl="0">
              <a:lnSpc>
                <a:spcPct val="100000"/>
              </a:lnSpc>
              <a:spcBef>
                <a:spcPts val="0"/>
              </a:spcBef>
              <a:spcAft>
                <a:spcPts val="0"/>
              </a:spcAft>
              <a:buClr>
                <a:schemeClr val="dk1"/>
              </a:buClr>
              <a:buSzPts val="3600"/>
              <a:buFont typeface="ABeeZee"/>
              <a:buNone/>
              <a:defRPr sz="3600" b="0" i="0" u="none" strike="noStrike" cap="none">
                <a:solidFill>
                  <a:schemeClr val="dk1"/>
                </a:solidFill>
                <a:latin typeface="ABeeZee"/>
                <a:ea typeface="ABeeZee"/>
                <a:cs typeface="ABeeZee"/>
                <a:sym typeface="ABeeZee"/>
              </a:defRPr>
            </a:lvl8pPr>
            <a:lvl9pPr marR="0" lvl="8" algn="ctr" rtl="0">
              <a:lnSpc>
                <a:spcPct val="100000"/>
              </a:lnSpc>
              <a:spcBef>
                <a:spcPts val="0"/>
              </a:spcBef>
              <a:spcAft>
                <a:spcPts val="0"/>
              </a:spcAft>
              <a:buClr>
                <a:schemeClr val="dk1"/>
              </a:buClr>
              <a:buSzPts val="3600"/>
              <a:buFont typeface="ABeeZee"/>
              <a:buNone/>
              <a:defRPr sz="3600" b="0" i="0" u="none" strike="noStrike" cap="none">
                <a:solidFill>
                  <a:schemeClr val="dk1"/>
                </a:solidFill>
                <a:latin typeface="ABeeZee"/>
                <a:ea typeface="ABeeZee"/>
                <a:cs typeface="ABeeZee"/>
                <a:sym typeface="ABeeZee"/>
              </a:defRPr>
            </a:lvl9pPr>
          </a:lstStyle>
          <a:p>
            <a:pPr algn="ctr"/>
            <a:r>
              <a:rPr lang="en-US" sz="2400" dirty="0"/>
              <a:t>Mira </a:t>
            </a:r>
            <a:r>
              <a:rPr lang="en-US" sz="2400" dirty="0" err="1"/>
              <a:t>Mamdoh</a:t>
            </a:r>
            <a:endParaRPr lang="en-US" sz="2400" dirty="0"/>
          </a:p>
          <a:p>
            <a:pPr algn="ctr"/>
            <a:endParaRPr lang="en-US" sz="2800" dirty="0"/>
          </a:p>
          <a:p>
            <a:pPr algn="ctr"/>
            <a:r>
              <a:rPr lang="en-US" sz="2400" dirty="0"/>
              <a:t>Abanoub </a:t>
            </a:r>
            <a:r>
              <a:rPr lang="en-US" sz="2400" dirty="0" err="1"/>
              <a:t>Bekhiet</a:t>
            </a:r>
            <a:endParaRPr lang="en-US" sz="2400" dirty="0"/>
          </a:p>
          <a:p>
            <a:pPr algn="ctr"/>
            <a:endParaRPr lang="en-US" sz="2400" dirty="0"/>
          </a:p>
          <a:p>
            <a:pPr algn="ctr"/>
            <a:r>
              <a:rPr lang="en-US" sz="2400" dirty="0"/>
              <a:t>Youssef </a:t>
            </a:r>
            <a:r>
              <a:rPr lang="en-US" sz="2400" dirty="0" err="1"/>
              <a:t>Elgammal</a:t>
            </a:r>
            <a:endParaRPr lang="en-US" sz="2400" dirty="0"/>
          </a:p>
        </p:txBody>
      </p:sp>
      <p:sp>
        <p:nvSpPr>
          <p:cNvPr id="8" name="TextBox 7">
            <a:extLst>
              <a:ext uri="{FF2B5EF4-FFF2-40B4-BE49-F238E27FC236}">
                <a16:creationId xmlns:a16="http://schemas.microsoft.com/office/drawing/2014/main" id="{3837BF5A-8F6A-60F9-8D36-8FB8EEA145F1}"/>
              </a:ext>
            </a:extLst>
          </p:cNvPr>
          <p:cNvSpPr txBox="1"/>
          <p:nvPr/>
        </p:nvSpPr>
        <p:spPr>
          <a:xfrm>
            <a:off x="2080260" y="3081019"/>
            <a:ext cx="4951562" cy="584775"/>
          </a:xfrm>
          <a:prstGeom prst="rect">
            <a:avLst/>
          </a:prstGeom>
          <a:noFill/>
        </p:spPr>
        <p:txBody>
          <a:bodyPr wrap="square">
            <a:spAutoFit/>
          </a:bodyPr>
          <a:lstStyle/>
          <a:p>
            <a:pPr algn="ctr"/>
            <a:r>
              <a:rPr lang="en-US" sz="3200" b="1" dirty="0">
                <a:solidFill>
                  <a:schemeClr val="accent1"/>
                </a:solidFill>
                <a:latin typeface="ABeeZee"/>
                <a:sym typeface="ABeeZee"/>
              </a:rPr>
              <a:t>Supervisors</a:t>
            </a:r>
          </a:p>
        </p:txBody>
      </p:sp>
      <p:sp>
        <p:nvSpPr>
          <p:cNvPr id="10" name="TextBox 9">
            <a:extLst>
              <a:ext uri="{FF2B5EF4-FFF2-40B4-BE49-F238E27FC236}">
                <a16:creationId xmlns:a16="http://schemas.microsoft.com/office/drawing/2014/main" id="{7C946067-1117-F13A-0C79-086DF7CFF591}"/>
              </a:ext>
            </a:extLst>
          </p:cNvPr>
          <p:cNvSpPr txBox="1"/>
          <p:nvPr/>
        </p:nvSpPr>
        <p:spPr>
          <a:xfrm>
            <a:off x="398749" y="3665794"/>
            <a:ext cx="3363023" cy="506805"/>
          </a:xfrm>
          <a:prstGeom prst="rect">
            <a:avLst/>
          </a:prstGeom>
          <a:noFill/>
        </p:spPr>
        <p:txBody>
          <a:bodyPr wrap="square">
            <a:spAutoFit/>
          </a:bodyPr>
          <a:lstStyle/>
          <a:p>
            <a:pPr marL="0" marR="0" algn="ctr">
              <a:lnSpc>
                <a:spcPct val="150000"/>
              </a:lnSpc>
              <a:buNone/>
            </a:pPr>
            <a:r>
              <a:rPr lang="en-US" sz="2000" b="1" dirty="0">
                <a:solidFill>
                  <a:schemeClr val="dk1"/>
                </a:solidFill>
                <a:latin typeface="ABeeZee"/>
                <a:sym typeface="ABeeZee"/>
              </a:rPr>
              <a:t>Prof. Ibrahim Selim</a:t>
            </a:r>
            <a:endParaRPr lang="en-US" sz="2000" b="1" dirty="0">
              <a:solidFill>
                <a:schemeClr val="dk1"/>
              </a:solidFill>
              <a:latin typeface="ABeeZee"/>
            </a:endParaRPr>
          </a:p>
        </p:txBody>
      </p:sp>
      <p:sp>
        <p:nvSpPr>
          <p:cNvPr id="12" name="TextBox 11">
            <a:extLst>
              <a:ext uri="{FF2B5EF4-FFF2-40B4-BE49-F238E27FC236}">
                <a16:creationId xmlns:a16="http://schemas.microsoft.com/office/drawing/2014/main" id="{BD75A346-0029-2D1F-4321-9183DBA390C5}"/>
              </a:ext>
            </a:extLst>
          </p:cNvPr>
          <p:cNvSpPr txBox="1"/>
          <p:nvPr/>
        </p:nvSpPr>
        <p:spPr>
          <a:xfrm>
            <a:off x="5021239" y="3650542"/>
            <a:ext cx="3363023" cy="506805"/>
          </a:xfrm>
          <a:prstGeom prst="rect">
            <a:avLst/>
          </a:prstGeom>
          <a:noFill/>
        </p:spPr>
        <p:txBody>
          <a:bodyPr wrap="square">
            <a:spAutoFit/>
          </a:bodyPr>
          <a:lstStyle/>
          <a:p>
            <a:pPr algn="ctr">
              <a:lnSpc>
                <a:spcPct val="150000"/>
              </a:lnSpc>
            </a:pPr>
            <a:r>
              <a:rPr lang="en-US" sz="2000" b="1" dirty="0">
                <a:solidFill>
                  <a:schemeClr val="dk1"/>
                </a:solidFill>
                <a:latin typeface="ABeeZee"/>
              </a:rPr>
              <a:t>Dr. Heba Askr</a:t>
            </a:r>
          </a:p>
        </p:txBody>
      </p:sp>
      <p:grpSp>
        <p:nvGrpSpPr>
          <p:cNvPr id="13" name="Google Shape;9766;p64">
            <a:extLst>
              <a:ext uri="{FF2B5EF4-FFF2-40B4-BE49-F238E27FC236}">
                <a16:creationId xmlns:a16="http://schemas.microsoft.com/office/drawing/2014/main" id="{6C56DCAA-B767-DAD8-6F7D-48058A4B2186}"/>
              </a:ext>
            </a:extLst>
          </p:cNvPr>
          <p:cNvGrpSpPr/>
          <p:nvPr/>
        </p:nvGrpSpPr>
        <p:grpSpPr>
          <a:xfrm>
            <a:off x="3902474" y="1538652"/>
            <a:ext cx="1118765" cy="1050814"/>
            <a:chOff x="7976174" y="2925108"/>
            <a:chExt cx="334666" cy="334634"/>
          </a:xfrm>
        </p:grpSpPr>
        <p:sp>
          <p:nvSpPr>
            <p:cNvPr id="14" name="Google Shape;9767;p64">
              <a:extLst>
                <a:ext uri="{FF2B5EF4-FFF2-40B4-BE49-F238E27FC236}">
                  <a16:creationId xmlns:a16="http://schemas.microsoft.com/office/drawing/2014/main" id="{47B80F6A-BC08-7953-FB42-7AD4888F94C8}"/>
                </a:ext>
              </a:extLst>
            </p:cNvPr>
            <p:cNvSpPr/>
            <p:nvPr/>
          </p:nvSpPr>
          <p:spPr>
            <a:xfrm>
              <a:off x="8003100" y="3064545"/>
              <a:ext cx="10630" cy="14068"/>
            </a:xfrm>
            <a:custGeom>
              <a:avLst/>
              <a:gdLst/>
              <a:ahLst/>
              <a:cxnLst/>
              <a:rect l="l" t="t" r="r" b="b"/>
              <a:pathLst>
                <a:path w="334" h="442" extrusionOk="0">
                  <a:moveTo>
                    <a:pt x="167" y="1"/>
                  </a:moveTo>
                  <a:cubicBezTo>
                    <a:pt x="72" y="1"/>
                    <a:pt x="0" y="72"/>
                    <a:pt x="0" y="167"/>
                  </a:cubicBezTo>
                  <a:lnTo>
                    <a:pt x="0" y="286"/>
                  </a:lnTo>
                  <a:cubicBezTo>
                    <a:pt x="0" y="370"/>
                    <a:pt x="72" y="441"/>
                    <a:pt x="167" y="441"/>
                  </a:cubicBezTo>
                  <a:cubicBezTo>
                    <a:pt x="250" y="441"/>
                    <a:pt x="322" y="370"/>
                    <a:pt x="322" y="286"/>
                  </a:cubicBezTo>
                  <a:lnTo>
                    <a:pt x="322" y="167"/>
                  </a:lnTo>
                  <a:cubicBezTo>
                    <a:pt x="334" y="72"/>
                    <a:pt x="250"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768;p64">
              <a:extLst>
                <a:ext uri="{FF2B5EF4-FFF2-40B4-BE49-F238E27FC236}">
                  <a16:creationId xmlns:a16="http://schemas.microsoft.com/office/drawing/2014/main" id="{412ED316-F123-C904-A4A0-433599437F8D}"/>
                </a:ext>
              </a:extLst>
            </p:cNvPr>
            <p:cNvSpPr/>
            <p:nvPr/>
          </p:nvSpPr>
          <p:spPr>
            <a:xfrm>
              <a:off x="8003100" y="3046371"/>
              <a:ext cx="10630" cy="14418"/>
            </a:xfrm>
            <a:custGeom>
              <a:avLst/>
              <a:gdLst/>
              <a:ahLst/>
              <a:cxnLst/>
              <a:rect l="l" t="t" r="r" b="b"/>
              <a:pathLst>
                <a:path w="334" h="453" extrusionOk="0">
                  <a:moveTo>
                    <a:pt x="167" y="0"/>
                  </a:moveTo>
                  <a:cubicBezTo>
                    <a:pt x="72" y="0"/>
                    <a:pt x="0" y="71"/>
                    <a:pt x="0" y="167"/>
                  </a:cubicBezTo>
                  <a:lnTo>
                    <a:pt x="0" y="286"/>
                  </a:lnTo>
                  <a:cubicBezTo>
                    <a:pt x="0" y="369"/>
                    <a:pt x="72" y="452"/>
                    <a:pt x="167" y="452"/>
                  </a:cubicBezTo>
                  <a:cubicBezTo>
                    <a:pt x="250" y="452"/>
                    <a:pt x="322" y="369"/>
                    <a:pt x="322" y="286"/>
                  </a:cubicBezTo>
                  <a:lnTo>
                    <a:pt x="322" y="167"/>
                  </a:lnTo>
                  <a:cubicBezTo>
                    <a:pt x="334" y="71"/>
                    <a:pt x="250"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9769;p64">
              <a:extLst>
                <a:ext uri="{FF2B5EF4-FFF2-40B4-BE49-F238E27FC236}">
                  <a16:creationId xmlns:a16="http://schemas.microsoft.com/office/drawing/2014/main" id="{A841F255-D514-8502-BCA3-9024E2DAF4DF}"/>
                </a:ext>
              </a:extLst>
            </p:cNvPr>
            <p:cNvSpPr/>
            <p:nvPr/>
          </p:nvSpPr>
          <p:spPr>
            <a:xfrm>
              <a:off x="8272519" y="3105093"/>
              <a:ext cx="10630" cy="14418"/>
            </a:xfrm>
            <a:custGeom>
              <a:avLst/>
              <a:gdLst/>
              <a:ahLst/>
              <a:cxnLst/>
              <a:rect l="l" t="t" r="r" b="b"/>
              <a:pathLst>
                <a:path w="334" h="453" extrusionOk="0">
                  <a:moveTo>
                    <a:pt x="167" y="0"/>
                  </a:moveTo>
                  <a:cubicBezTo>
                    <a:pt x="84" y="0"/>
                    <a:pt x="1" y="72"/>
                    <a:pt x="1" y="167"/>
                  </a:cubicBezTo>
                  <a:lnTo>
                    <a:pt x="1" y="286"/>
                  </a:lnTo>
                  <a:cubicBezTo>
                    <a:pt x="1" y="370"/>
                    <a:pt x="84" y="453"/>
                    <a:pt x="167" y="453"/>
                  </a:cubicBezTo>
                  <a:cubicBezTo>
                    <a:pt x="263" y="453"/>
                    <a:pt x="334" y="370"/>
                    <a:pt x="334" y="286"/>
                  </a:cubicBezTo>
                  <a:lnTo>
                    <a:pt x="334" y="167"/>
                  </a:lnTo>
                  <a:cubicBezTo>
                    <a:pt x="334" y="72"/>
                    <a:pt x="263"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9770;p64">
              <a:extLst>
                <a:ext uri="{FF2B5EF4-FFF2-40B4-BE49-F238E27FC236}">
                  <a16:creationId xmlns:a16="http://schemas.microsoft.com/office/drawing/2014/main" id="{CB9651FE-C8B5-22D3-9240-2C0661773BB2}"/>
                </a:ext>
              </a:extLst>
            </p:cNvPr>
            <p:cNvSpPr/>
            <p:nvPr/>
          </p:nvSpPr>
          <p:spPr>
            <a:xfrm>
              <a:off x="8272519" y="3123266"/>
              <a:ext cx="10630" cy="14068"/>
            </a:xfrm>
            <a:custGeom>
              <a:avLst/>
              <a:gdLst/>
              <a:ahLst/>
              <a:cxnLst/>
              <a:rect l="l" t="t" r="r" b="b"/>
              <a:pathLst>
                <a:path w="334" h="442" extrusionOk="0">
                  <a:moveTo>
                    <a:pt x="167" y="1"/>
                  </a:moveTo>
                  <a:cubicBezTo>
                    <a:pt x="84" y="1"/>
                    <a:pt x="1" y="72"/>
                    <a:pt x="1" y="168"/>
                  </a:cubicBezTo>
                  <a:lnTo>
                    <a:pt x="1" y="287"/>
                  </a:lnTo>
                  <a:cubicBezTo>
                    <a:pt x="1" y="370"/>
                    <a:pt x="84" y="442"/>
                    <a:pt x="167" y="442"/>
                  </a:cubicBezTo>
                  <a:cubicBezTo>
                    <a:pt x="263" y="442"/>
                    <a:pt x="334" y="370"/>
                    <a:pt x="334" y="287"/>
                  </a:cubicBezTo>
                  <a:lnTo>
                    <a:pt x="334" y="168"/>
                  </a:lnTo>
                  <a:cubicBezTo>
                    <a:pt x="334" y="72"/>
                    <a:pt x="263" y="1"/>
                    <a:pt x="16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9771;p64">
              <a:extLst>
                <a:ext uri="{FF2B5EF4-FFF2-40B4-BE49-F238E27FC236}">
                  <a16:creationId xmlns:a16="http://schemas.microsoft.com/office/drawing/2014/main" id="{2E310FB5-FE18-3652-6392-663B55DDB13A}"/>
                </a:ext>
              </a:extLst>
            </p:cNvPr>
            <p:cNvSpPr/>
            <p:nvPr/>
          </p:nvSpPr>
          <p:spPr>
            <a:xfrm>
              <a:off x="7976174" y="2925108"/>
              <a:ext cx="334666" cy="334634"/>
            </a:xfrm>
            <a:custGeom>
              <a:avLst/>
              <a:gdLst/>
              <a:ahLst/>
              <a:cxnLst/>
              <a:rect l="l" t="t" r="r" b="b"/>
              <a:pathLst>
                <a:path w="10515" h="10514" extrusionOk="0">
                  <a:moveTo>
                    <a:pt x="5109" y="655"/>
                  </a:moveTo>
                  <a:lnTo>
                    <a:pt x="5109" y="2762"/>
                  </a:lnTo>
                  <a:lnTo>
                    <a:pt x="4704" y="2762"/>
                  </a:lnTo>
                  <a:lnTo>
                    <a:pt x="4704" y="655"/>
                  </a:lnTo>
                  <a:close/>
                  <a:moveTo>
                    <a:pt x="7549" y="655"/>
                  </a:moveTo>
                  <a:lnTo>
                    <a:pt x="7549" y="738"/>
                  </a:lnTo>
                  <a:lnTo>
                    <a:pt x="7549" y="750"/>
                  </a:lnTo>
                  <a:lnTo>
                    <a:pt x="7549" y="1584"/>
                  </a:lnTo>
                  <a:lnTo>
                    <a:pt x="7549" y="1774"/>
                  </a:lnTo>
                  <a:cubicBezTo>
                    <a:pt x="7442" y="1667"/>
                    <a:pt x="7311" y="1572"/>
                    <a:pt x="7157" y="1536"/>
                  </a:cubicBezTo>
                  <a:cubicBezTo>
                    <a:pt x="7122" y="1527"/>
                    <a:pt x="7085" y="1523"/>
                    <a:pt x="7048" y="1523"/>
                  </a:cubicBezTo>
                  <a:cubicBezTo>
                    <a:pt x="6935" y="1523"/>
                    <a:pt x="6818" y="1565"/>
                    <a:pt x="6728" y="1655"/>
                  </a:cubicBezTo>
                  <a:cubicBezTo>
                    <a:pt x="6716" y="1667"/>
                    <a:pt x="6371" y="1965"/>
                    <a:pt x="6811" y="2584"/>
                  </a:cubicBezTo>
                  <a:cubicBezTo>
                    <a:pt x="6859" y="2643"/>
                    <a:pt x="6907" y="2691"/>
                    <a:pt x="6918" y="2762"/>
                  </a:cubicBezTo>
                  <a:lnTo>
                    <a:pt x="5430" y="2762"/>
                  </a:lnTo>
                  <a:lnTo>
                    <a:pt x="5430" y="655"/>
                  </a:lnTo>
                  <a:close/>
                  <a:moveTo>
                    <a:pt x="2359" y="523"/>
                  </a:moveTo>
                  <a:cubicBezTo>
                    <a:pt x="2823" y="523"/>
                    <a:pt x="3485" y="630"/>
                    <a:pt x="3620" y="833"/>
                  </a:cubicBezTo>
                  <a:cubicBezTo>
                    <a:pt x="3644" y="881"/>
                    <a:pt x="3704" y="917"/>
                    <a:pt x="3763" y="917"/>
                  </a:cubicBezTo>
                  <a:lnTo>
                    <a:pt x="4359" y="917"/>
                  </a:lnTo>
                  <a:lnTo>
                    <a:pt x="4359" y="2500"/>
                  </a:lnTo>
                  <a:lnTo>
                    <a:pt x="3954" y="2500"/>
                  </a:lnTo>
                  <a:cubicBezTo>
                    <a:pt x="3894" y="2500"/>
                    <a:pt x="3847" y="2536"/>
                    <a:pt x="3823" y="2560"/>
                  </a:cubicBezTo>
                  <a:cubicBezTo>
                    <a:pt x="3466" y="3024"/>
                    <a:pt x="3275" y="3072"/>
                    <a:pt x="3037" y="3119"/>
                  </a:cubicBezTo>
                  <a:cubicBezTo>
                    <a:pt x="2858" y="3143"/>
                    <a:pt x="2644" y="3191"/>
                    <a:pt x="2358" y="3381"/>
                  </a:cubicBezTo>
                  <a:cubicBezTo>
                    <a:pt x="2174" y="3515"/>
                    <a:pt x="2037" y="3549"/>
                    <a:pt x="1955" y="3549"/>
                  </a:cubicBezTo>
                  <a:cubicBezTo>
                    <a:pt x="1921" y="3549"/>
                    <a:pt x="1896" y="3543"/>
                    <a:pt x="1882" y="3536"/>
                  </a:cubicBezTo>
                  <a:cubicBezTo>
                    <a:pt x="1846" y="3477"/>
                    <a:pt x="1846" y="3417"/>
                    <a:pt x="1846" y="3381"/>
                  </a:cubicBezTo>
                  <a:cubicBezTo>
                    <a:pt x="1882" y="3203"/>
                    <a:pt x="2168" y="3000"/>
                    <a:pt x="2346" y="2905"/>
                  </a:cubicBezTo>
                  <a:cubicBezTo>
                    <a:pt x="2442" y="2858"/>
                    <a:pt x="2466" y="2762"/>
                    <a:pt x="2430" y="2679"/>
                  </a:cubicBezTo>
                  <a:cubicBezTo>
                    <a:pt x="2394" y="2619"/>
                    <a:pt x="2335" y="2596"/>
                    <a:pt x="2263" y="2596"/>
                  </a:cubicBezTo>
                  <a:lnTo>
                    <a:pt x="715" y="2596"/>
                  </a:lnTo>
                  <a:cubicBezTo>
                    <a:pt x="644" y="2596"/>
                    <a:pt x="584" y="2536"/>
                    <a:pt x="584" y="2465"/>
                  </a:cubicBezTo>
                  <a:lnTo>
                    <a:pt x="584" y="2441"/>
                  </a:lnTo>
                  <a:cubicBezTo>
                    <a:pt x="584" y="2369"/>
                    <a:pt x="644" y="2310"/>
                    <a:pt x="715" y="2310"/>
                  </a:cubicBezTo>
                  <a:lnTo>
                    <a:pt x="2132" y="2310"/>
                  </a:lnTo>
                  <a:cubicBezTo>
                    <a:pt x="2215" y="2310"/>
                    <a:pt x="2287" y="2238"/>
                    <a:pt x="2287" y="2143"/>
                  </a:cubicBezTo>
                  <a:cubicBezTo>
                    <a:pt x="2287" y="2060"/>
                    <a:pt x="2215" y="1988"/>
                    <a:pt x="2132" y="1988"/>
                  </a:cubicBezTo>
                  <a:lnTo>
                    <a:pt x="715" y="1988"/>
                  </a:lnTo>
                  <a:lnTo>
                    <a:pt x="441" y="2012"/>
                  </a:lnTo>
                  <a:cubicBezTo>
                    <a:pt x="370" y="2012"/>
                    <a:pt x="310" y="1953"/>
                    <a:pt x="310" y="1881"/>
                  </a:cubicBezTo>
                  <a:lnTo>
                    <a:pt x="310" y="1869"/>
                  </a:lnTo>
                  <a:cubicBezTo>
                    <a:pt x="310" y="1786"/>
                    <a:pt x="370" y="1726"/>
                    <a:pt x="441" y="1726"/>
                  </a:cubicBezTo>
                  <a:lnTo>
                    <a:pt x="2156" y="1726"/>
                  </a:lnTo>
                  <a:cubicBezTo>
                    <a:pt x="2251" y="1726"/>
                    <a:pt x="2323" y="1655"/>
                    <a:pt x="2323" y="1572"/>
                  </a:cubicBezTo>
                  <a:cubicBezTo>
                    <a:pt x="2323" y="1476"/>
                    <a:pt x="2251" y="1405"/>
                    <a:pt x="2156" y="1405"/>
                  </a:cubicBezTo>
                  <a:lnTo>
                    <a:pt x="691" y="1405"/>
                  </a:lnTo>
                  <a:cubicBezTo>
                    <a:pt x="632" y="1393"/>
                    <a:pt x="596" y="1345"/>
                    <a:pt x="596" y="1286"/>
                  </a:cubicBezTo>
                  <a:lnTo>
                    <a:pt x="596" y="1274"/>
                  </a:lnTo>
                  <a:cubicBezTo>
                    <a:pt x="596" y="1191"/>
                    <a:pt x="656" y="1131"/>
                    <a:pt x="727" y="1131"/>
                  </a:cubicBezTo>
                  <a:lnTo>
                    <a:pt x="2156" y="1131"/>
                  </a:lnTo>
                  <a:cubicBezTo>
                    <a:pt x="2239" y="1131"/>
                    <a:pt x="2323" y="1060"/>
                    <a:pt x="2323" y="976"/>
                  </a:cubicBezTo>
                  <a:cubicBezTo>
                    <a:pt x="2323" y="881"/>
                    <a:pt x="2239" y="810"/>
                    <a:pt x="2156" y="810"/>
                  </a:cubicBezTo>
                  <a:lnTo>
                    <a:pt x="1442" y="810"/>
                  </a:lnTo>
                  <a:cubicBezTo>
                    <a:pt x="1370" y="810"/>
                    <a:pt x="1311" y="750"/>
                    <a:pt x="1311" y="679"/>
                  </a:cubicBezTo>
                  <a:lnTo>
                    <a:pt x="1311" y="655"/>
                  </a:lnTo>
                  <a:cubicBezTo>
                    <a:pt x="1311" y="583"/>
                    <a:pt x="1370" y="524"/>
                    <a:pt x="1442" y="524"/>
                  </a:cubicBezTo>
                  <a:lnTo>
                    <a:pt x="2287" y="524"/>
                  </a:lnTo>
                  <a:cubicBezTo>
                    <a:pt x="2310" y="523"/>
                    <a:pt x="2334" y="523"/>
                    <a:pt x="2359" y="523"/>
                  </a:cubicBezTo>
                  <a:close/>
                  <a:moveTo>
                    <a:pt x="8633" y="310"/>
                  </a:moveTo>
                  <a:cubicBezTo>
                    <a:pt x="8704" y="310"/>
                    <a:pt x="8764" y="369"/>
                    <a:pt x="8764" y="452"/>
                  </a:cubicBezTo>
                  <a:lnTo>
                    <a:pt x="8764" y="691"/>
                  </a:lnTo>
                  <a:lnTo>
                    <a:pt x="8764" y="726"/>
                  </a:lnTo>
                  <a:lnTo>
                    <a:pt x="8764" y="1107"/>
                  </a:lnTo>
                  <a:lnTo>
                    <a:pt x="8764" y="1131"/>
                  </a:lnTo>
                  <a:lnTo>
                    <a:pt x="8764" y="2155"/>
                  </a:lnTo>
                  <a:cubicBezTo>
                    <a:pt x="8764" y="2250"/>
                    <a:pt x="8835" y="2322"/>
                    <a:pt x="8931" y="2322"/>
                  </a:cubicBezTo>
                  <a:cubicBezTo>
                    <a:pt x="9014" y="2322"/>
                    <a:pt x="9085" y="2250"/>
                    <a:pt x="9085" y="2155"/>
                  </a:cubicBezTo>
                  <a:lnTo>
                    <a:pt x="9085" y="1012"/>
                  </a:lnTo>
                  <a:lnTo>
                    <a:pt x="9085" y="988"/>
                  </a:lnTo>
                  <a:lnTo>
                    <a:pt x="9085" y="953"/>
                  </a:lnTo>
                  <a:lnTo>
                    <a:pt x="9085" y="702"/>
                  </a:lnTo>
                  <a:cubicBezTo>
                    <a:pt x="9109" y="643"/>
                    <a:pt x="9145" y="595"/>
                    <a:pt x="9204" y="595"/>
                  </a:cubicBezTo>
                  <a:lnTo>
                    <a:pt x="9228" y="595"/>
                  </a:lnTo>
                  <a:cubicBezTo>
                    <a:pt x="9300" y="595"/>
                    <a:pt x="9359" y="655"/>
                    <a:pt x="9359" y="726"/>
                  </a:cubicBezTo>
                  <a:lnTo>
                    <a:pt x="9359" y="1322"/>
                  </a:lnTo>
                  <a:lnTo>
                    <a:pt x="9359" y="1441"/>
                  </a:lnTo>
                  <a:lnTo>
                    <a:pt x="9359" y="2155"/>
                  </a:lnTo>
                  <a:cubicBezTo>
                    <a:pt x="9359" y="2250"/>
                    <a:pt x="9431" y="2322"/>
                    <a:pt x="9526" y="2322"/>
                  </a:cubicBezTo>
                  <a:cubicBezTo>
                    <a:pt x="9609" y="2322"/>
                    <a:pt x="9681" y="2250"/>
                    <a:pt x="9681" y="2155"/>
                  </a:cubicBezTo>
                  <a:lnTo>
                    <a:pt x="9681" y="1441"/>
                  </a:lnTo>
                  <a:cubicBezTo>
                    <a:pt x="9681" y="1369"/>
                    <a:pt x="9740" y="1310"/>
                    <a:pt x="9824" y="1310"/>
                  </a:cubicBezTo>
                  <a:lnTo>
                    <a:pt x="9835" y="1310"/>
                  </a:lnTo>
                  <a:cubicBezTo>
                    <a:pt x="9907" y="1310"/>
                    <a:pt x="9966" y="1369"/>
                    <a:pt x="9966" y="1441"/>
                  </a:cubicBezTo>
                  <a:lnTo>
                    <a:pt x="9966" y="2298"/>
                  </a:lnTo>
                  <a:cubicBezTo>
                    <a:pt x="9978" y="2750"/>
                    <a:pt x="9883" y="3489"/>
                    <a:pt x="9657" y="3620"/>
                  </a:cubicBezTo>
                  <a:cubicBezTo>
                    <a:pt x="9609" y="3643"/>
                    <a:pt x="9585" y="3703"/>
                    <a:pt x="9585" y="3762"/>
                  </a:cubicBezTo>
                  <a:lnTo>
                    <a:pt x="9585" y="4358"/>
                  </a:lnTo>
                  <a:lnTo>
                    <a:pt x="7990" y="4358"/>
                  </a:lnTo>
                  <a:lnTo>
                    <a:pt x="7990" y="3965"/>
                  </a:lnTo>
                  <a:cubicBezTo>
                    <a:pt x="7990" y="3905"/>
                    <a:pt x="7954" y="3858"/>
                    <a:pt x="7930" y="3822"/>
                  </a:cubicBezTo>
                  <a:cubicBezTo>
                    <a:pt x="7466" y="3465"/>
                    <a:pt x="7419" y="3274"/>
                    <a:pt x="7383" y="3036"/>
                  </a:cubicBezTo>
                  <a:cubicBezTo>
                    <a:pt x="7347" y="2858"/>
                    <a:pt x="7299" y="2655"/>
                    <a:pt x="7109" y="2369"/>
                  </a:cubicBezTo>
                  <a:cubicBezTo>
                    <a:pt x="6918" y="2096"/>
                    <a:pt x="6930" y="1941"/>
                    <a:pt x="6966" y="1893"/>
                  </a:cubicBezTo>
                  <a:cubicBezTo>
                    <a:pt x="7026" y="1845"/>
                    <a:pt x="7085" y="1845"/>
                    <a:pt x="7109" y="1845"/>
                  </a:cubicBezTo>
                  <a:cubicBezTo>
                    <a:pt x="7288" y="1893"/>
                    <a:pt x="7502" y="2179"/>
                    <a:pt x="7585" y="2357"/>
                  </a:cubicBezTo>
                  <a:cubicBezTo>
                    <a:pt x="7603" y="2418"/>
                    <a:pt x="7658" y="2460"/>
                    <a:pt x="7718" y="2460"/>
                  </a:cubicBezTo>
                  <a:cubicBezTo>
                    <a:pt x="7741" y="2460"/>
                    <a:pt x="7765" y="2454"/>
                    <a:pt x="7788" y="2441"/>
                  </a:cubicBezTo>
                  <a:cubicBezTo>
                    <a:pt x="7847" y="2417"/>
                    <a:pt x="7871" y="2357"/>
                    <a:pt x="7871" y="2286"/>
                  </a:cubicBezTo>
                  <a:lnTo>
                    <a:pt x="7871" y="2262"/>
                  </a:lnTo>
                  <a:lnTo>
                    <a:pt x="7871" y="1584"/>
                  </a:lnTo>
                  <a:lnTo>
                    <a:pt x="7871" y="750"/>
                  </a:lnTo>
                  <a:lnTo>
                    <a:pt x="7871" y="726"/>
                  </a:lnTo>
                  <a:cubicBezTo>
                    <a:pt x="7871" y="655"/>
                    <a:pt x="7930" y="595"/>
                    <a:pt x="8002" y="595"/>
                  </a:cubicBezTo>
                  <a:lnTo>
                    <a:pt x="8014" y="595"/>
                  </a:lnTo>
                  <a:cubicBezTo>
                    <a:pt x="8097" y="595"/>
                    <a:pt x="8157" y="655"/>
                    <a:pt x="8157" y="726"/>
                  </a:cubicBezTo>
                  <a:lnTo>
                    <a:pt x="8157" y="2143"/>
                  </a:lnTo>
                  <a:cubicBezTo>
                    <a:pt x="8157" y="2238"/>
                    <a:pt x="8228" y="2310"/>
                    <a:pt x="8311" y="2310"/>
                  </a:cubicBezTo>
                  <a:cubicBezTo>
                    <a:pt x="8407" y="2310"/>
                    <a:pt x="8478" y="2238"/>
                    <a:pt x="8478" y="2143"/>
                  </a:cubicBezTo>
                  <a:lnTo>
                    <a:pt x="8478" y="726"/>
                  </a:lnTo>
                  <a:lnTo>
                    <a:pt x="8478" y="452"/>
                  </a:lnTo>
                  <a:cubicBezTo>
                    <a:pt x="8478" y="369"/>
                    <a:pt x="8538" y="310"/>
                    <a:pt x="8609" y="310"/>
                  </a:cubicBezTo>
                  <a:close/>
                  <a:moveTo>
                    <a:pt x="1763" y="2941"/>
                  </a:moveTo>
                  <a:cubicBezTo>
                    <a:pt x="1668" y="3036"/>
                    <a:pt x="1561" y="3179"/>
                    <a:pt x="1537" y="3322"/>
                  </a:cubicBezTo>
                  <a:cubicBezTo>
                    <a:pt x="1501" y="3477"/>
                    <a:pt x="1537" y="3631"/>
                    <a:pt x="1656" y="3750"/>
                  </a:cubicBezTo>
                  <a:cubicBezTo>
                    <a:pt x="1668" y="3774"/>
                    <a:pt x="1763" y="3881"/>
                    <a:pt x="1989" y="3881"/>
                  </a:cubicBezTo>
                  <a:cubicBezTo>
                    <a:pt x="2144" y="3881"/>
                    <a:pt x="2335" y="3834"/>
                    <a:pt x="2573" y="3667"/>
                  </a:cubicBezTo>
                  <a:cubicBezTo>
                    <a:pt x="2632" y="3620"/>
                    <a:pt x="2692" y="3572"/>
                    <a:pt x="2751" y="3560"/>
                  </a:cubicBezTo>
                  <a:lnTo>
                    <a:pt x="2751" y="5048"/>
                  </a:lnTo>
                  <a:lnTo>
                    <a:pt x="656" y="5048"/>
                  </a:lnTo>
                  <a:lnTo>
                    <a:pt x="656" y="2941"/>
                  </a:lnTo>
                  <a:close/>
                  <a:moveTo>
                    <a:pt x="9824" y="4703"/>
                  </a:moveTo>
                  <a:lnTo>
                    <a:pt x="9824" y="5108"/>
                  </a:lnTo>
                  <a:lnTo>
                    <a:pt x="7728" y="5108"/>
                  </a:lnTo>
                  <a:lnTo>
                    <a:pt x="7728" y="4703"/>
                  </a:lnTo>
                  <a:close/>
                  <a:moveTo>
                    <a:pt x="2751" y="5370"/>
                  </a:moveTo>
                  <a:lnTo>
                    <a:pt x="2751" y="5775"/>
                  </a:lnTo>
                  <a:lnTo>
                    <a:pt x="656" y="5775"/>
                  </a:lnTo>
                  <a:lnTo>
                    <a:pt x="656" y="5370"/>
                  </a:lnTo>
                  <a:close/>
                  <a:moveTo>
                    <a:pt x="4359" y="2858"/>
                  </a:moveTo>
                  <a:lnTo>
                    <a:pt x="4359" y="2917"/>
                  </a:lnTo>
                  <a:cubicBezTo>
                    <a:pt x="4359" y="3012"/>
                    <a:pt x="4430" y="3084"/>
                    <a:pt x="4525" y="3084"/>
                  </a:cubicBezTo>
                  <a:lnTo>
                    <a:pt x="7014" y="3084"/>
                  </a:lnTo>
                  <a:lnTo>
                    <a:pt x="7014" y="3096"/>
                  </a:lnTo>
                  <a:cubicBezTo>
                    <a:pt x="7049" y="3369"/>
                    <a:pt x="7109" y="3655"/>
                    <a:pt x="7621" y="4048"/>
                  </a:cubicBezTo>
                  <a:lnTo>
                    <a:pt x="7621" y="4370"/>
                  </a:lnTo>
                  <a:lnTo>
                    <a:pt x="7561" y="4370"/>
                  </a:lnTo>
                  <a:cubicBezTo>
                    <a:pt x="7466" y="4370"/>
                    <a:pt x="7395" y="4441"/>
                    <a:pt x="7395" y="4524"/>
                  </a:cubicBezTo>
                  <a:lnTo>
                    <a:pt x="7395" y="7013"/>
                  </a:lnTo>
                  <a:lnTo>
                    <a:pt x="7383" y="7013"/>
                  </a:lnTo>
                  <a:cubicBezTo>
                    <a:pt x="7109" y="7060"/>
                    <a:pt x="6823" y="7120"/>
                    <a:pt x="6430" y="7620"/>
                  </a:cubicBezTo>
                  <a:lnTo>
                    <a:pt x="6121" y="7620"/>
                  </a:lnTo>
                  <a:lnTo>
                    <a:pt x="6121" y="7560"/>
                  </a:lnTo>
                  <a:cubicBezTo>
                    <a:pt x="6121" y="7477"/>
                    <a:pt x="6037" y="7406"/>
                    <a:pt x="5954" y="7406"/>
                  </a:cubicBezTo>
                  <a:lnTo>
                    <a:pt x="3466" y="7406"/>
                  </a:lnTo>
                  <a:lnTo>
                    <a:pt x="3466" y="7382"/>
                  </a:lnTo>
                  <a:cubicBezTo>
                    <a:pt x="3418" y="7120"/>
                    <a:pt x="3358" y="6834"/>
                    <a:pt x="2858" y="6429"/>
                  </a:cubicBezTo>
                  <a:lnTo>
                    <a:pt x="2858" y="6120"/>
                  </a:lnTo>
                  <a:lnTo>
                    <a:pt x="2918" y="6120"/>
                  </a:lnTo>
                  <a:cubicBezTo>
                    <a:pt x="3001" y="6120"/>
                    <a:pt x="3085" y="6048"/>
                    <a:pt x="3085" y="5953"/>
                  </a:cubicBezTo>
                  <a:lnTo>
                    <a:pt x="3085" y="3477"/>
                  </a:lnTo>
                  <a:lnTo>
                    <a:pt x="3097" y="3477"/>
                  </a:lnTo>
                  <a:cubicBezTo>
                    <a:pt x="3358" y="3429"/>
                    <a:pt x="3644" y="3369"/>
                    <a:pt x="4049" y="2858"/>
                  </a:cubicBezTo>
                  <a:close/>
                  <a:moveTo>
                    <a:pt x="5787" y="7727"/>
                  </a:moveTo>
                  <a:lnTo>
                    <a:pt x="5787" y="9823"/>
                  </a:lnTo>
                  <a:lnTo>
                    <a:pt x="5383" y="9823"/>
                  </a:lnTo>
                  <a:lnTo>
                    <a:pt x="5383" y="7727"/>
                  </a:lnTo>
                  <a:close/>
                  <a:moveTo>
                    <a:pt x="8490" y="6933"/>
                  </a:moveTo>
                  <a:cubicBezTo>
                    <a:pt x="8530" y="6933"/>
                    <a:pt x="8558" y="6942"/>
                    <a:pt x="8573" y="6953"/>
                  </a:cubicBezTo>
                  <a:cubicBezTo>
                    <a:pt x="8621" y="7013"/>
                    <a:pt x="8621" y="7072"/>
                    <a:pt x="8621" y="7108"/>
                  </a:cubicBezTo>
                  <a:cubicBezTo>
                    <a:pt x="8573" y="7287"/>
                    <a:pt x="8288" y="7489"/>
                    <a:pt x="8109" y="7584"/>
                  </a:cubicBezTo>
                  <a:cubicBezTo>
                    <a:pt x="8026" y="7620"/>
                    <a:pt x="7990" y="7727"/>
                    <a:pt x="8038" y="7799"/>
                  </a:cubicBezTo>
                  <a:cubicBezTo>
                    <a:pt x="8061" y="7858"/>
                    <a:pt x="8121" y="7894"/>
                    <a:pt x="8204" y="7894"/>
                  </a:cubicBezTo>
                  <a:lnTo>
                    <a:pt x="9740" y="7894"/>
                  </a:lnTo>
                  <a:cubicBezTo>
                    <a:pt x="9824" y="7894"/>
                    <a:pt x="9883" y="7953"/>
                    <a:pt x="9883" y="8025"/>
                  </a:cubicBezTo>
                  <a:lnTo>
                    <a:pt x="9883" y="8037"/>
                  </a:lnTo>
                  <a:cubicBezTo>
                    <a:pt x="9883" y="8120"/>
                    <a:pt x="9824" y="8180"/>
                    <a:pt x="9740" y="8180"/>
                  </a:cubicBezTo>
                  <a:lnTo>
                    <a:pt x="8335" y="8180"/>
                  </a:lnTo>
                  <a:cubicBezTo>
                    <a:pt x="8240" y="8180"/>
                    <a:pt x="8169" y="8251"/>
                    <a:pt x="8169" y="8334"/>
                  </a:cubicBezTo>
                  <a:cubicBezTo>
                    <a:pt x="8169" y="8430"/>
                    <a:pt x="8240" y="8501"/>
                    <a:pt x="8335" y="8501"/>
                  </a:cubicBezTo>
                  <a:lnTo>
                    <a:pt x="10026" y="8501"/>
                  </a:lnTo>
                  <a:cubicBezTo>
                    <a:pt x="10034" y="8500"/>
                    <a:pt x="10043" y="8499"/>
                    <a:pt x="10051" y="8499"/>
                  </a:cubicBezTo>
                  <a:cubicBezTo>
                    <a:pt x="10121" y="8499"/>
                    <a:pt x="10169" y="8545"/>
                    <a:pt x="10169" y="8620"/>
                  </a:cubicBezTo>
                  <a:cubicBezTo>
                    <a:pt x="10169" y="8692"/>
                    <a:pt x="10097" y="8751"/>
                    <a:pt x="10026" y="8751"/>
                  </a:cubicBezTo>
                  <a:lnTo>
                    <a:pt x="8311" y="8751"/>
                  </a:lnTo>
                  <a:cubicBezTo>
                    <a:pt x="8228" y="8751"/>
                    <a:pt x="8157" y="8834"/>
                    <a:pt x="8157" y="8918"/>
                  </a:cubicBezTo>
                  <a:cubicBezTo>
                    <a:pt x="8157" y="9013"/>
                    <a:pt x="8228" y="9084"/>
                    <a:pt x="8311" y="9084"/>
                  </a:cubicBezTo>
                  <a:lnTo>
                    <a:pt x="9776" y="9084"/>
                  </a:lnTo>
                  <a:cubicBezTo>
                    <a:pt x="9835" y="9096"/>
                    <a:pt x="9883" y="9144"/>
                    <a:pt x="9883" y="9204"/>
                  </a:cubicBezTo>
                  <a:lnTo>
                    <a:pt x="9883" y="9215"/>
                  </a:lnTo>
                  <a:cubicBezTo>
                    <a:pt x="9883" y="9287"/>
                    <a:pt x="9824" y="9346"/>
                    <a:pt x="9752" y="9346"/>
                  </a:cubicBezTo>
                  <a:lnTo>
                    <a:pt x="8323" y="9346"/>
                  </a:lnTo>
                  <a:cubicBezTo>
                    <a:pt x="8228" y="9346"/>
                    <a:pt x="8157" y="9430"/>
                    <a:pt x="8157" y="9513"/>
                  </a:cubicBezTo>
                  <a:cubicBezTo>
                    <a:pt x="8157" y="9608"/>
                    <a:pt x="8228" y="9680"/>
                    <a:pt x="8323" y="9680"/>
                  </a:cubicBezTo>
                  <a:lnTo>
                    <a:pt x="9038" y="9680"/>
                  </a:lnTo>
                  <a:cubicBezTo>
                    <a:pt x="9109" y="9680"/>
                    <a:pt x="9169" y="9739"/>
                    <a:pt x="9169" y="9811"/>
                  </a:cubicBezTo>
                  <a:lnTo>
                    <a:pt x="9169" y="9823"/>
                  </a:lnTo>
                  <a:cubicBezTo>
                    <a:pt x="9169" y="9906"/>
                    <a:pt x="9109" y="9966"/>
                    <a:pt x="9038" y="9966"/>
                  </a:cubicBezTo>
                  <a:lnTo>
                    <a:pt x="8181" y="9966"/>
                  </a:lnTo>
                  <a:cubicBezTo>
                    <a:pt x="8151" y="9967"/>
                    <a:pt x="8120" y="9967"/>
                    <a:pt x="8088" y="9967"/>
                  </a:cubicBezTo>
                  <a:cubicBezTo>
                    <a:pt x="7740" y="9967"/>
                    <a:pt x="7288" y="9907"/>
                    <a:pt x="7026" y="9787"/>
                  </a:cubicBezTo>
                  <a:lnTo>
                    <a:pt x="7014" y="9763"/>
                  </a:lnTo>
                  <a:cubicBezTo>
                    <a:pt x="6978" y="9727"/>
                    <a:pt x="6930" y="9704"/>
                    <a:pt x="6895" y="9704"/>
                  </a:cubicBezTo>
                  <a:cubicBezTo>
                    <a:pt x="6871" y="9692"/>
                    <a:pt x="6859" y="9680"/>
                    <a:pt x="6847" y="9644"/>
                  </a:cubicBezTo>
                  <a:cubicBezTo>
                    <a:pt x="6811" y="9608"/>
                    <a:pt x="6752" y="9573"/>
                    <a:pt x="6692" y="9573"/>
                  </a:cubicBezTo>
                  <a:lnTo>
                    <a:pt x="6097" y="9573"/>
                  </a:lnTo>
                  <a:lnTo>
                    <a:pt x="6097" y="7977"/>
                  </a:lnTo>
                  <a:lnTo>
                    <a:pt x="6502" y="7977"/>
                  </a:lnTo>
                  <a:cubicBezTo>
                    <a:pt x="6561" y="7977"/>
                    <a:pt x="6609" y="7953"/>
                    <a:pt x="6633" y="7918"/>
                  </a:cubicBezTo>
                  <a:cubicBezTo>
                    <a:pt x="6990" y="7453"/>
                    <a:pt x="7192" y="7418"/>
                    <a:pt x="7430" y="7370"/>
                  </a:cubicBezTo>
                  <a:cubicBezTo>
                    <a:pt x="7609" y="7334"/>
                    <a:pt x="7811" y="7299"/>
                    <a:pt x="8097" y="7108"/>
                  </a:cubicBezTo>
                  <a:cubicBezTo>
                    <a:pt x="8274" y="6972"/>
                    <a:pt x="8407" y="6933"/>
                    <a:pt x="8490" y="6933"/>
                  </a:cubicBezTo>
                  <a:close/>
                  <a:moveTo>
                    <a:pt x="2501" y="6132"/>
                  </a:moveTo>
                  <a:lnTo>
                    <a:pt x="2501" y="6537"/>
                  </a:lnTo>
                  <a:cubicBezTo>
                    <a:pt x="2501" y="6596"/>
                    <a:pt x="2525" y="6644"/>
                    <a:pt x="2561" y="6668"/>
                  </a:cubicBezTo>
                  <a:cubicBezTo>
                    <a:pt x="3025" y="7025"/>
                    <a:pt x="3061" y="7227"/>
                    <a:pt x="3108" y="7465"/>
                  </a:cubicBezTo>
                  <a:cubicBezTo>
                    <a:pt x="3120" y="7501"/>
                    <a:pt x="3120" y="7560"/>
                    <a:pt x="3144" y="7608"/>
                  </a:cubicBezTo>
                  <a:cubicBezTo>
                    <a:pt x="3168" y="7763"/>
                    <a:pt x="3228" y="7918"/>
                    <a:pt x="3382" y="8120"/>
                  </a:cubicBezTo>
                  <a:cubicBezTo>
                    <a:pt x="3597" y="8382"/>
                    <a:pt x="3585" y="8537"/>
                    <a:pt x="3561" y="8596"/>
                  </a:cubicBezTo>
                  <a:cubicBezTo>
                    <a:pt x="3501" y="8632"/>
                    <a:pt x="3442" y="8632"/>
                    <a:pt x="3406" y="8632"/>
                  </a:cubicBezTo>
                  <a:cubicBezTo>
                    <a:pt x="3228" y="8596"/>
                    <a:pt x="3025" y="8311"/>
                    <a:pt x="2930" y="8132"/>
                  </a:cubicBezTo>
                  <a:cubicBezTo>
                    <a:pt x="2896" y="8064"/>
                    <a:pt x="2838" y="8033"/>
                    <a:pt x="2778" y="8033"/>
                  </a:cubicBezTo>
                  <a:cubicBezTo>
                    <a:pt x="2753" y="8033"/>
                    <a:pt x="2728" y="8038"/>
                    <a:pt x="2704" y="8049"/>
                  </a:cubicBezTo>
                  <a:cubicBezTo>
                    <a:pt x="2644" y="8084"/>
                    <a:pt x="2620" y="8144"/>
                    <a:pt x="2620" y="8215"/>
                  </a:cubicBezTo>
                  <a:lnTo>
                    <a:pt x="2620" y="8239"/>
                  </a:lnTo>
                  <a:lnTo>
                    <a:pt x="2620" y="8918"/>
                  </a:lnTo>
                  <a:lnTo>
                    <a:pt x="2620" y="9751"/>
                  </a:lnTo>
                  <a:lnTo>
                    <a:pt x="2620" y="9763"/>
                  </a:lnTo>
                  <a:cubicBezTo>
                    <a:pt x="2620" y="9846"/>
                    <a:pt x="2561" y="9906"/>
                    <a:pt x="2489" y="9906"/>
                  </a:cubicBezTo>
                  <a:lnTo>
                    <a:pt x="2466" y="9906"/>
                  </a:lnTo>
                  <a:cubicBezTo>
                    <a:pt x="2394" y="9906"/>
                    <a:pt x="2335" y="9846"/>
                    <a:pt x="2335" y="9763"/>
                  </a:cubicBezTo>
                  <a:lnTo>
                    <a:pt x="2335" y="8358"/>
                  </a:lnTo>
                  <a:cubicBezTo>
                    <a:pt x="2335" y="8263"/>
                    <a:pt x="2263" y="8191"/>
                    <a:pt x="2168" y="8191"/>
                  </a:cubicBezTo>
                  <a:cubicBezTo>
                    <a:pt x="2085" y="8191"/>
                    <a:pt x="2013" y="8263"/>
                    <a:pt x="2013" y="8358"/>
                  </a:cubicBezTo>
                  <a:lnTo>
                    <a:pt x="2013" y="9763"/>
                  </a:lnTo>
                  <a:lnTo>
                    <a:pt x="2013" y="10049"/>
                  </a:lnTo>
                  <a:cubicBezTo>
                    <a:pt x="2013" y="10120"/>
                    <a:pt x="1954" y="10180"/>
                    <a:pt x="1870" y="10180"/>
                  </a:cubicBezTo>
                  <a:lnTo>
                    <a:pt x="1858" y="10180"/>
                  </a:lnTo>
                  <a:cubicBezTo>
                    <a:pt x="1787" y="10180"/>
                    <a:pt x="1727" y="10120"/>
                    <a:pt x="1727" y="10049"/>
                  </a:cubicBezTo>
                  <a:lnTo>
                    <a:pt x="1727" y="9811"/>
                  </a:lnTo>
                  <a:lnTo>
                    <a:pt x="1727" y="9763"/>
                  </a:lnTo>
                  <a:lnTo>
                    <a:pt x="1727" y="9394"/>
                  </a:lnTo>
                  <a:lnTo>
                    <a:pt x="1727" y="9370"/>
                  </a:lnTo>
                  <a:lnTo>
                    <a:pt x="1727" y="8334"/>
                  </a:lnTo>
                  <a:cubicBezTo>
                    <a:pt x="1727" y="8251"/>
                    <a:pt x="1656" y="8180"/>
                    <a:pt x="1561" y="8180"/>
                  </a:cubicBezTo>
                  <a:cubicBezTo>
                    <a:pt x="1477" y="8180"/>
                    <a:pt x="1394" y="8251"/>
                    <a:pt x="1394" y="8334"/>
                  </a:cubicBezTo>
                  <a:lnTo>
                    <a:pt x="1394" y="9489"/>
                  </a:lnTo>
                  <a:lnTo>
                    <a:pt x="1394" y="9513"/>
                  </a:lnTo>
                  <a:lnTo>
                    <a:pt x="1394" y="9549"/>
                  </a:lnTo>
                  <a:lnTo>
                    <a:pt x="1394" y="9799"/>
                  </a:lnTo>
                  <a:cubicBezTo>
                    <a:pt x="1382" y="9858"/>
                    <a:pt x="1334" y="9906"/>
                    <a:pt x="1275" y="9906"/>
                  </a:cubicBezTo>
                  <a:lnTo>
                    <a:pt x="1263" y="9906"/>
                  </a:lnTo>
                  <a:cubicBezTo>
                    <a:pt x="1192" y="9906"/>
                    <a:pt x="1132" y="9846"/>
                    <a:pt x="1132" y="9763"/>
                  </a:cubicBezTo>
                  <a:lnTo>
                    <a:pt x="1132" y="9168"/>
                  </a:lnTo>
                  <a:lnTo>
                    <a:pt x="1132" y="9049"/>
                  </a:lnTo>
                  <a:lnTo>
                    <a:pt x="1132" y="8334"/>
                  </a:lnTo>
                  <a:cubicBezTo>
                    <a:pt x="1132" y="8251"/>
                    <a:pt x="1061" y="8180"/>
                    <a:pt x="965" y="8180"/>
                  </a:cubicBezTo>
                  <a:cubicBezTo>
                    <a:pt x="882" y="8180"/>
                    <a:pt x="799" y="8251"/>
                    <a:pt x="799" y="8334"/>
                  </a:cubicBezTo>
                  <a:lnTo>
                    <a:pt x="799" y="9049"/>
                  </a:lnTo>
                  <a:cubicBezTo>
                    <a:pt x="799" y="9132"/>
                    <a:pt x="739" y="9192"/>
                    <a:pt x="668" y="9192"/>
                  </a:cubicBezTo>
                  <a:lnTo>
                    <a:pt x="656" y="9192"/>
                  </a:lnTo>
                  <a:cubicBezTo>
                    <a:pt x="584" y="9192"/>
                    <a:pt x="525" y="9132"/>
                    <a:pt x="525" y="9049"/>
                  </a:cubicBezTo>
                  <a:lnTo>
                    <a:pt x="525" y="8203"/>
                  </a:lnTo>
                  <a:cubicBezTo>
                    <a:pt x="501" y="7739"/>
                    <a:pt x="608" y="7013"/>
                    <a:pt x="834" y="6882"/>
                  </a:cubicBezTo>
                  <a:cubicBezTo>
                    <a:pt x="882" y="6846"/>
                    <a:pt x="906" y="6787"/>
                    <a:pt x="906" y="6727"/>
                  </a:cubicBezTo>
                  <a:lnTo>
                    <a:pt x="906" y="6132"/>
                  </a:lnTo>
                  <a:close/>
                  <a:moveTo>
                    <a:pt x="8621" y="0"/>
                  </a:moveTo>
                  <a:cubicBezTo>
                    <a:pt x="8407" y="0"/>
                    <a:pt x="8240" y="143"/>
                    <a:pt x="8181" y="321"/>
                  </a:cubicBezTo>
                  <a:cubicBezTo>
                    <a:pt x="8145" y="298"/>
                    <a:pt x="8085" y="286"/>
                    <a:pt x="8038" y="286"/>
                  </a:cubicBezTo>
                  <a:lnTo>
                    <a:pt x="8026" y="286"/>
                  </a:lnTo>
                  <a:cubicBezTo>
                    <a:pt x="7942" y="286"/>
                    <a:pt x="7859" y="298"/>
                    <a:pt x="7800" y="345"/>
                  </a:cubicBezTo>
                  <a:lnTo>
                    <a:pt x="4549" y="345"/>
                  </a:lnTo>
                  <a:cubicBezTo>
                    <a:pt x="4466" y="345"/>
                    <a:pt x="4394" y="417"/>
                    <a:pt x="4394" y="512"/>
                  </a:cubicBezTo>
                  <a:lnTo>
                    <a:pt x="4394" y="619"/>
                  </a:lnTo>
                  <a:lnTo>
                    <a:pt x="3870" y="619"/>
                  </a:lnTo>
                  <a:cubicBezTo>
                    <a:pt x="3704" y="441"/>
                    <a:pt x="3418" y="321"/>
                    <a:pt x="2977" y="262"/>
                  </a:cubicBezTo>
                  <a:cubicBezTo>
                    <a:pt x="2632" y="214"/>
                    <a:pt x="2335" y="214"/>
                    <a:pt x="2311" y="214"/>
                  </a:cubicBezTo>
                  <a:lnTo>
                    <a:pt x="1453" y="214"/>
                  </a:lnTo>
                  <a:cubicBezTo>
                    <a:pt x="1203" y="214"/>
                    <a:pt x="1001" y="417"/>
                    <a:pt x="1001" y="679"/>
                  </a:cubicBezTo>
                  <a:lnTo>
                    <a:pt x="1001" y="691"/>
                  </a:lnTo>
                  <a:cubicBezTo>
                    <a:pt x="1001" y="738"/>
                    <a:pt x="1001" y="774"/>
                    <a:pt x="1013" y="822"/>
                  </a:cubicBezTo>
                  <a:lnTo>
                    <a:pt x="739" y="822"/>
                  </a:lnTo>
                  <a:cubicBezTo>
                    <a:pt x="489" y="822"/>
                    <a:pt x="287" y="1036"/>
                    <a:pt x="287" y="1286"/>
                  </a:cubicBezTo>
                  <a:lnTo>
                    <a:pt x="287" y="1298"/>
                  </a:lnTo>
                  <a:cubicBezTo>
                    <a:pt x="287" y="1357"/>
                    <a:pt x="299" y="1405"/>
                    <a:pt x="310" y="1453"/>
                  </a:cubicBezTo>
                  <a:cubicBezTo>
                    <a:pt x="132" y="1512"/>
                    <a:pt x="1" y="1691"/>
                    <a:pt x="1" y="1881"/>
                  </a:cubicBezTo>
                  <a:lnTo>
                    <a:pt x="1" y="1893"/>
                  </a:lnTo>
                  <a:cubicBezTo>
                    <a:pt x="1" y="2107"/>
                    <a:pt x="132" y="2262"/>
                    <a:pt x="310" y="2322"/>
                  </a:cubicBezTo>
                  <a:cubicBezTo>
                    <a:pt x="299" y="2369"/>
                    <a:pt x="287" y="2429"/>
                    <a:pt x="287" y="2477"/>
                  </a:cubicBezTo>
                  <a:lnTo>
                    <a:pt x="287" y="2488"/>
                  </a:lnTo>
                  <a:cubicBezTo>
                    <a:pt x="287" y="2560"/>
                    <a:pt x="299" y="2655"/>
                    <a:pt x="346" y="2715"/>
                  </a:cubicBezTo>
                  <a:lnTo>
                    <a:pt x="346" y="5953"/>
                  </a:lnTo>
                  <a:cubicBezTo>
                    <a:pt x="346" y="6048"/>
                    <a:pt x="418" y="6120"/>
                    <a:pt x="501" y="6120"/>
                  </a:cubicBezTo>
                  <a:lnTo>
                    <a:pt x="608" y="6120"/>
                  </a:lnTo>
                  <a:lnTo>
                    <a:pt x="608" y="6644"/>
                  </a:lnTo>
                  <a:cubicBezTo>
                    <a:pt x="430" y="6810"/>
                    <a:pt x="310" y="7084"/>
                    <a:pt x="251" y="7537"/>
                  </a:cubicBezTo>
                  <a:cubicBezTo>
                    <a:pt x="203" y="7882"/>
                    <a:pt x="203" y="8180"/>
                    <a:pt x="203" y="8203"/>
                  </a:cubicBezTo>
                  <a:lnTo>
                    <a:pt x="203" y="9049"/>
                  </a:lnTo>
                  <a:cubicBezTo>
                    <a:pt x="203" y="9311"/>
                    <a:pt x="418" y="9513"/>
                    <a:pt x="668" y="9513"/>
                  </a:cubicBezTo>
                  <a:lnTo>
                    <a:pt x="680" y="9513"/>
                  </a:lnTo>
                  <a:cubicBezTo>
                    <a:pt x="727" y="9513"/>
                    <a:pt x="775" y="9513"/>
                    <a:pt x="822" y="9501"/>
                  </a:cubicBezTo>
                  <a:lnTo>
                    <a:pt x="822" y="9763"/>
                  </a:lnTo>
                  <a:cubicBezTo>
                    <a:pt x="822" y="10025"/>
                    <a:pt x="1025" y="10227"/>
                    <a:pt x="1275" y="10227"/>
                  </a:cubicBezTo>
                  <a:lnTo>
                    <a:pt x="1299" y="10227"/>
                  </a:lnTo>
                  <a:cubicBezTo>
                    <a:pt x="1358" y="10227"/>
                    <a:pt x="1394" y="10216"/>
                    <a:pt x="1442" y="10204"/>
                  </a:cubicBezTo>
                  <a:cubicBezTo>
                    <a:pt x="1501" y="10382"/>
                    <a:pt x="1680" y="10513"/>
                    <a:pt x="1870" y="10513"/>
                  </a:cubicBezTo>
                  <a:lnTo>
                    <a:pt x="1894" y="10513"/>
                  </a:lnTo>
                  <a:cubicBezTo>
                    <a:pt x="2096" y="10513"/>
                    <a:pt x="2263" y="10382"/>
                    <a:pt x="2323" y="10204"/>
                  </a:cubicBezTo>
                  <a:cubicBezTo>
                    <a:pt x="2370" y="10216"/>
                    <a:pt x="2430" y="10227"/>
                    <a:pt x="2466" y="10227"/>
                  </a:cubicBezTo>
                  <a:lnTo>
                    <a:pt x="2489" y="10227"/>
                  </a:lnTo>
                  <a:cubicBezTo>
                    <a:pt x="2561" y="10227"/>
                    <a:pt x="2644" y="10216"/>
                    <a:pt x="2704" y="10168"/>
                  </a:cubicBezTo>
                  <a:lnTo>
                    <a:pt x="3323" y="10168"/>
                  </a:lnTo>
                  <a:cubicBezTo>
                    <a:pt x="3406" y="10168"/>
                    <a:pt x="3478" y="10096"/>
                    <a:pt x="3478" y="10001"/>
                  </a:cubicBezTo>
                  <a:cubicBezTo>
                    <a:pt x="3478" y="9918"/>
                    <a:pt x="3406" y="9846"/>
                    <a:pt x="3323" y="9846"/>
                  </a:cubicBezTo>
                  <a:lnTo>
                    <a:pt x="2942" y="9846"/>
                  </a:lnTo>
                  <a:lnTo>
                    <a:pt x="2942" y="9763"/>
                  </a:lnTo>
                  <a:lnTo>
                    <a:pt x="2942" y="9751"/>
                  </a:lnTo>
                  <a:lnTo>
                    <a:pt x="2942" y="8918"/>
                  </a:lnTo>
                  <a:lnTo>
                    <a:pt x="2942" y="8727"/>
                  </a:lnTo>
                  <a:cubicBezTo>
                    <a:pt x="3049" y="8834"/>
                    <a:pt x="3180" y="8930"/>
                    <a:pt x="3335" y="8965"/>
                  </a:cubicBezTo>
                  <a:cubicBezTo>
                    <a:pt x="3358" y="8977"/>
                    <a:pt x="3406" y="8977"/>
                    <a:pt x="3442" y="8977"/>
                  </a:cubicBezTo>
                  <a:cubicBezTo>
                    <a:pt x="3561" y="8977"/>
                    <a:pt x="3656" y="8930"/>
                    <a:pt x="3763" y="8858"/>
                  </a:cubicBezTo>
                  <a:cubicBezTo>
                    <a:pt x="3775" y="8846"/>
                    <a:pt x="4120" y="8549"/>
                    <a:pt x="3680" y="7941"/>
                  </a:cubicBezTo>
                  <a:cubicBezTo>
                    <a:pt x="3632" y="7882"/>
                    <a:pt x="3585" y="7822"/>
                    <a:pt x="3573" y="7763"/>
                  </a:cubicBezTo>
                  <a:lnTo>
                    <a:pt x="5061" y="7763"/>
                  </a:lnTo>
                  <a:lnTo>
                    <a:pt x="5061" y="9858"/>
                  </a:lnTo>
                  <a:lnTo>
                    <a:pt x="3835" y="9858"/>
                  </a:lnTo>
                  <a:cubicBezTo>
                    <a:pt x="3751" y="9858"/>
                    <a:pt x="3680" y="9930"/>
                    <a:pt x="3680" y="10025"/>
                  </a:cubicBezTo>
                  <a:cubicBezTo>
                    <a:pt x="3680" y="10108"/>
                    <a:pt x="3751" y="10180"/>
                    <a:pt x="3835" y="10180"/>
                  </a:cubicBezTo>
                  <a:lnTo>
                    <a:pt x="5966" y="10180"/>
                  </a:lnTo>
                  <a:cubicBezTo>
                    <a:pt x="6061" y="10180"/>
                    <a:pt x="6133" y="10108"/>
                    <a:pt x="6133" y="10025"/>
                  </a:cubicBezTo>
                  <a:lnTo>
                    <a:pt x="6133" y="9918"/>
                  </a:lnTo>
                  <a:lnTo>
                    <a:pt x="6657" y="9918"/>
                  </a:lnTo>
                  <a:cubicBezTo>
                    <a:pt x="6811" y="10096"/>
                    <a:pt x="7097" y="10216"/>
                    <a:pt x="7549" y="10275"/>
                  </a:cubicBezTo>
                  <a:cubicBezTo>
                    <a:pt x="7811" y="10323"/>
                    <a:pt x="8061" y="10323"/>
                    <a:pt x="8169" y="10323"/>
                  </a:cubicBezTo>
                  <a:lnTo>
                    <a:pt x="9062" y="10323"/>
                  </a:lnTo>
                  <a:cubicBezTo>
                    <a:pt x="9312" y="10323"/>
                    <a:pt x="9526" y="10108"/>
                    <a:pt x="9526" y="9858"/>
                  </a:cubicBezTo>
                  <a:lnTo>
                    <a:pt x="9526" y="9846"/>
                  </a:lnTo>
                  <a:cubicBezTo>
                    <a:pt x="9526" y="9799"/>
                    <a:pt x="9526" y="9751"/>
                    <a:pt x="9514" y="9704"/>
                  </a:cubicBezTo>
                  <a:lnTo>
                    <a:pt x="9776" y="9704"/>
                  </a:lnTo>
                  <a:cubicBezTo>
                    <a:pt x="10026" y="9704"/>
                    <a:pt x="10240" y="9501"/>
                    <a:pt x="10240" y="9251"/>
                  </a:cubicBezTo>
                  <a:lnTo>
                    <a:pt x="10240" y="9227"/>
                  </a:lnTo>
                  <a:cubicBezTo>
                    <a:pt x="10240" y="9168"/>
                    <a:pt x="10228" y="9132"/>
                    <a:pt x="10205" y="9084"/>
                  </a:cubicBezTo>
                  <a:cubicBezTo>
                    <a:pt x="10383" y="9025"/>
                    <a:pt x="10514" y="8846"/>
                    <a:pt x="10514" y="8656"/>
                  </a:cubicBezTo>
                  <a:lnTo>
                    <a:pt x="10514" y="8632"/>
                  </a:lnTo>
                  <a:cubicBezTo>
                    <a:pt x="10502" y="8418"/>
                    <a:pt x="10371" y="8239"/>
                    <a:pt x="10193" y="8180"/>
                  </a:cubicBezTo>
                  <a:cubicBezTo>
                    <a:pt x="10205" y="8132"/>
                    <a:pt x="10228" y="8072"/>
                    <a:pt x="10228" y="8025"/>
                  </a:cubicBezTo>
                  <a:lnTo>
                    <a:pt x="10228" y="8013"/>
                  </a:lnTo>
                  <a:cubicBezTo>
                    <a:pt x="10228" y="7941"/>
                    <a:pt x="10205" y="7846"/>
                    <a:pt x="10169" y="7787"/>
                  </a:cubicBezTo>
                  <a:lnTo>
                    <a:pt x="10169" y="6263"/>
                  </a:lnTo>
                  <a:cubicBezTo>
                    <a:pt x="10169" y="6179"/>
                    <a:pt x="10086" y="6108"/>
                    <a:pt x="10002" y="6108"/>
                  </a:cubicBezTo>
                  <a:cubicBezTo>
                    <a:pt x="9907" y="6108"/>
                    <a:pt x="9835" y="6179"/>
                    <a:pt x="9835" y="6263"/>
                  </a:cubicBezTo>
                  <a:lnTo>
                    <a:pt x="9835" y="7560"/>
                  </a:lnTo>
                  <a:lnTo>
                    <a:pt x="8716" y="7560"/>
                  </a:lnTo>
                  <a:cubicBezTo>
                    <a:pt x="8823" y="7453"/>
                    <a:pt x="8931" y="7322"/>
                    <a:pt x="8954" y="7179"/>
                  </a:cubicBezTo>
                  <a:cubicBezTo>
                    <a:pt x="8990" y="7025"/>
                    <a:pt x="8954" y="6858"/>
                    <a:pt x="8835" y="6751"/>
                  </a:cubicBezTo>
                  <a:cubicBezTo>
                    <a:pt x="8828" y="6736"/>
                    <a:pt x="8715" y="6608"/>
                    <a:pt x="8492" y="6608"/>
                  </a:cubicBezTo>
                  <a:cubicBezTo>
                    <a:pt x="8347" y="6608"/>
                    <a:pt x="8157" y="6661"/>
                    <a:pt x="7919" y="6834"/>
                  </a:cubicBezTo>
                  <a:cubicBezTo>
                    <a:pt x="7859" y="6882"/>
                    <a:pt x="7800" y="6929"/>
                    <a:pt x="7740" y="6941"/>
                  </a:cubicBezTo>
                  <a:lnTo>
                    <a:pt x="7740" y="5453"/>
                  </a:lnTo>
                  <a:lnTo>
                    <a:pt x="9835" y="5453"/>
                  </a:lnTo>
                  <a:lnTo>
                    <a:pt x="9835" y="5703"/>
                  </a:lnTo>
                  <a:cubicBezTo>
                    <a:pt x="9835" y="5798"/>
                    <a:pt x="9907" y="5870"/>
                    <a:pt x="10002" y="5870"/>
                  </a:cubicBezTo>
                  <a:cubicBezTo>
                    <a:pt x="10086" y="5870"/>
                    <a:pt x="10169" y="5798"/>
                    <a:pt x="10169" y="5703"/>
                  </a:cubicBezTo>
                  <a:lnTo>
                    <a:pt x="10169" y="4560"/>
                  </a:lnTo>
                  <a:cubicBezTo>
                    <a:pt x="10169" y="4465"/>
                    <a:pt x="10086" y="4393"/>
                    <a:pt x="10002" y="4393"/>
                  </a:cubicBezTo>
                  <a:lnTo>
                    <a:pt x="9895" y="4393"/>
                  </a:lnTo>
                  <a:lnTo>
                    <a:pt x="9895" y="3870"/>
                  </a:lnTo>
                  <a:cubicBezTo>
                    <a:pt x="10074" y="3715"/>
                    <a:pt x="10193" y="3429"/>
                    <a:pt x="10252" y="2977"/>
                  </a:cubicBezTo>
                  <a:cubicBezTo>
                    <a:pt x="10300" y="2643"/>
                    <a:pt x="10300" y="2346"/>
                    <a:pt x="10300" y="2310"/>
                  </a:cubicBezTo>
                  <a:lnTo>
                    <a:pt x="10300" y="1464"/>
                  </a:lnTo>
                  <a:cubicBezTo>
                    <a:pt x="10300" y="1203"/>
                    <a:pt x="10086" y="1000"/>
                    <a:pt x="9835" y="1000"/>
                  </a:cubicBezTo>
                  <a:lnTo>
                    <a:pt x="9824" y="1000"/>
                  </a:lnTo>
                  <a:cubicBezTo>
                    <a:pt x="9776" y="1000"/>
                    <a:pt x="9728" y="1000"/>
                    <a:pt x="9693" y="1012"/>
                  </a:cubicBezTo>
                  <a:lnTo>
                    <a:pt x="9693" y="750"/>
                  </a:lnTo>
                  <a:cubicBezTo>
                    <a:pt x="9693" y="500"/>
                    <a:pt x="9478" y="286"/>
                    <a:pt x="9228" y="286"/>
                  </a:cubicBezTo>
                  <a:lnTo>
                    <a:pt x="9216" y="286"/>
                  </a:lnTo>
                  <a:cubicBezTo>
                    <a:pt x="9157" y="286"/>
                    <a:pt x="9109" y="298"/>
                    <a:pt x="9062" y="321"/>
                  </a:cubicBezTo>
                  <a:cubicBezTo>
                    <a:pt x="9002" y="143"/>
                    <a:pt x="8823" y="0"/>
                    <a:pt x="863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9772;p64">
              <a:extLst>
                <a:ext uri="{FF2B5EF4-FFF2-40B4-BE49-F238E27FC236}">
                  <a16:creationId xmlns:a16="http://schemas.microsoft.com/office/drawing/2014/main" id="{1BAB0DE4-1B24-1205-DEAC-743BF5AAE4DF}"/>
                </a:ext>
              </a:extLst>
            </p:cNvPr>
            <p:cNvSpPr/>
            <p:nvPr/>
          </p:nvSpPr>
          <p:spPr>
            <a:xfrm>
              <a:off x="8116024" y="3221804"/>
              <a:ext cx="14036" cy="10280"/>
            </a:xfrm>
            <a:custGeom>
              <a:avLst/>
              <a:gdLst/>
              <a:ahLst/>
              <a:cxnLst/>
              <a:rect l="l" t="t" r="r" b="b"/>
              <a:pathLst>
                <a:path w="441" h="323" extrusionOk="0">
                  <a:moveTo>
                    <a:pt x="155" y="1"/>
                  </a:moveTo>
                  <a:cubicBezTo>
                    <a:pt x="72" y="1"/>
                    <a:pt x="0" y="72"/>
                    <a:pt x="0" y="167"/>
                  </a:cubicBezTo>
                  <a:cubicBezTo>
                    <a:pt x="0" y="251"/>
                    <a:pt x="72" y="322"/>
                    <a:pt x="155" y="322"/>
                  </a:cubicBezTo>
                  <a:lnTo>
                    <a:pt x="274" y="322"/>
                  </a:lnTo>
                  <a:cubicBezTo>
                    <a:pt x="369" y="322"/>
                    <a:pt x="441" y="251"/>
                    <a:pt x="441" y="167"/>
                  </a:cubicBezTo>
                  <a:cubicBezTo>
                    <a:pt x="441" y="72"/>
                    <a:pt x="369" y="1"/>
                    <a:pt x="27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9773;p64">
              <a:extLst>
                <a:ext uri="{FF2B5EF4-FFF2-40B4-BE49-F238E27FC236}">
                  <a16:creationId xmlns:a16="http://schemas.microsoft.com/office/drawing/2014/main" id="{95B76FF4-490F-AA0C-BD65-AD230F758989}"/>
                </a:ext>
              </a:extLst>
            </p:cNvPr>
            <p:cNvSpPr/>
            <p:nvPr/>
          </p:nvSpPr>
          <p:spPr>
            <a:xfrm>
              <a:off x="8097818" y="3221804"/>
              <a:ext cx="14068" cy="10280"/>
            </a:xfrm>
            <a:custGeom>
              <a:avLst/>
              <a:gdLst/>
              <a:ahLst/>
              <a:cxnLst/>
              <a:rect l="l" t="t" r="r" b="b"/>
              <a:pathLst>
                <a:path w="442" h="323" extrusionOk="0">
                  <a:moveTo>
                    <a:pt x="168" y="1"/>
                  </a:moveTo>
                  <a:cubicBezTo>
                    <a:pt x="72" y="1"/>
                    <a:pt x="1" y="72"/>
                    <a:pt x="1" y="167"/>
                  </a:cubicBezTo>
                  <a:cubicBezTo>
                    <a:pt x="1" y="251"/>
                    <a:pt x="72" y="322"/>
                    <a:pt x="168" y="322"/>
                  </a:cubicBezTo>
                  <a:lnTo>
                    <a:pt x="287" y="322"/>
                  </a:lnTo>
                  <a:cubicBezTo>
                    <a:pt x="370" y="322"/>
                    <a:pt x="441" y="251"/>
                    <a:pt x="441" y="167"/>
                  </a:cubicBezTo>
                  <a:cubicBezTo>
                    <a:pt x="441" y="72"/>
                    <a:pt x="370" y="1"/>
                    <a:pt x="287"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774;p64">
              <a:extLst>
                <a:ext uri="{FF2B5EF4-FFF2-40B4-BE49-F238E27FC236}">
                  <a16:creationId xmlns:a16="http://schemas.microsoft.com/office/drawing/2014/main" id="{0A8E0FAA-AD90-0DF1-8FE1-DD9D6DFD8E1C}"/>
                </a:ext>
              </a:extLst>
            </p:cNvPr>
            <p:cNvSpPr/>
            <p:nvPr/>
          </p:nvSpPr>
          <p:spPr>
            <a:xfrm>
              <a:off x="8156190" y="2951621"/>
              <a:ext cx="14036" cy="10630"/>
            </a:xfrm>
            <a:custGeom>
              <a:avLst/>
              <a:gdLst/>
              <a:ahLst/>
              <a:cxnLst/>
              <a:rect l="l" t="t" r="r" b="b"/>
              <a:pathLst>
                <a:path w="441" h="334" extrusionOk="0">
                  <a:moveTo>
                    <a:pt x="167" y="0"/>
                  </a:moveTo>
                  <a:cubicBezTo>
                    <a:pt x="72" y="0"/>
                    <a:pt x="0" y="72"/>
                    <a:pt x="0" y="167"/>
                  </a:cubicBezTo>
                  <a:cubicBezTo>
                    <a:pt x="0" y="262"/>
                    <a:pt x="72" y="334"/>
                    <a:pt x="167" y="334"/>
                  </a:cubicBezTo>
                  <a:lnTo>
                    <a:pt x="286" y="334"/>
                  </a:lnTo>
                  <a:cubicBezTo>
                    <a:pt x="369" y="334"/>
                    <a:pt x="441" y="262"/>
                    <a:pt x="441" y="167"/>
                  </a:cubicBezTo>
                  <a:cubicBezTo>
                    <a:pt x="441" y="72"/>
                    <a:pt x="369" y="0"/>
                    <a:pt x="28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9775;p64">
              <a:extLst>
                <a:ext uri="{FF2B5EF4-FFF2-40B4-BE49-F238E27FC236}">
                  <a16:creationId xmlns:a16="http://schemas.microsoft.com/office/drawing/2014/main" id="{58C62C7C-08E5-9F69-931D-C469C059BE0F}"/>
                </a:ext>
              </a:extLst>
            </p:cNvPr>
            <p:cNvSpPr/>
            <p:nvPr/>
          </p:nvSpPr>
          <p:spPr>
            <a:xfrm>
              <a:off x="8173982" y="2952385"/>
              <a:ext cx="14450" cy="10248"/>
            </a:xfrm>
            <a:custGeom>
              <a:avLst/>
              <a:gdLst/>
              <a:ahLst/>
              <a:cxnLst/>
              <a:rect l="l" t="t" r="r" b="b"/>
              <a:pathLst>
                <a:path w="454" h="322" extrusionOk="0">
                  <a:moveTo>
                    <a:pt x="168" y="0"/>
                  </a:moveTo>
                  <a:cubicBezTo>
                    <a:pt x="84" y="0"/>
                    <a:pt x="1" y="72"/>
                    <a:pt x="1" y="155"/>
                  </a:cubicBezTo>
                  <a:cubicBezTo>
                    <a:pt x="1" y="250"/>
                    <a:pt x="84" y="322"/>
                    <a:pt x="168" y="322"/>
                  </a:cubicBezTo>
                  <a:lnTo>
                    <a:pt x="287" y="322"/>
                  </a:lnTo>
                  <a:cubicBezTo>
                    <a:pt x="382" y="322"/>
                    <a:pt x="453" y="250"/>
                    <a:pt x="453" y="155"/>
                  </a:cubicBezTo>
                  <a:cubicBezTo>
                    <a:pt x="453" y="72"/>
                    <a:pt x="382" y="0"/>
                    <a:pt x="2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465606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effectLst>
                  <a:outerShdw blurRad="38100" dist="38100" dir="2700000" algn="tl">
                    <a:srgbClr val="000000">
                      <a:alpha val="43137"/>
                    </a:srgbClr>
                  </a:outerShdw>
                </a:effectLst>
              </a:rPr>
              <a:t>Table of contents</a:t>
            </a:r>
            <a:endParaRPr dirty="0">
              <a:effectLst>
                <a:outerShdw blurRad="38100" dist="38100" dir="2700000" algn="tl">
                  <a:srgbClr val="000000">
                    <a:alpha val="43137"/>
                  </a:srgbClr>
                </a:outerShdw>
              </a:effectLst>
            </a:endParaRPr>
          </a:p>
        </p:txBody>
      </p:sp>
      <p:sp>
        <p:nvSpPr>
          <p:cNvPr id="165" name="Google Shape;165;p31"/>
          <p:cNvSpPr txBox="1">
            <a:spLocks noGrp="1"/>
          </p:cNvSpPr>
          <p:nvPr>
            <p:ph type="title" idx="2"/>
          </p:nvPr>
        </p:nvSpPr>
        <p:spPr>
          <a:xfrm>
            <a:off x="715097" y="1532783"/>
            <a:ext cx="6891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01</a:t>
            </a:r>
            <a:endParaRPr dirty="0"/>
          </a:p>
        </p:txBody>
      </p:sp>
      <p:sp>
        <p:nvSpPr>
          <p:cNvPr id="166" name="Google Shape;166;p31"/>
          <p:cNvSpPr txBox="1">
            <a:spLocks noGrp="1"/>
          </p:cNvSpPr>
          <p:nvPr>
            <p:ph type="title" idx="3"/>
          </p:nvPr>
        </p:nvSpPr>
        <p:spPr>
          <a:xfrm>
            <a:off x="715097" y="2966241"/>
            <a:ext cx="6891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
        <p:nvSpPr>
          <p:cNvPr id="167" name="Google Shape;167;p31"/>
          <p:cNvSpPr txBox="1">
            <a:spLocks noGrp="1"/>
          </p:cNvSpPr>
          <p:nvPr>
            <p:ph type="title" idx="4"/>
          </p:nvPr>
        </p:nvSpPr>
        <p:spPr>
          <a:xfrm>
            <a:off x="3017375" y="1532783"/>
            <a:ext cx="6891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168" name="Google Shape;168;p31"/>
          <p:cNvSpPr txBox="1">
            <a:spLocks noGrp="1"/>
          </p:cNvSpPr>
          <p:nvPr>
            <p:ph type="title" idx="5"/>
          </p:nvPr>
        </p:nvSpPr>
        <p:spPr>
          <a:xfrm>
            <a:off x="3017375" y="2966241"/>
            <a:ext cx="6891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05</a:t>
            </a:r>
            <a:endParaRPr/>
          </a:p>
        </p:txBody>
      </p:sp>
      <p:sp>
        <p:nvSpPr>
          <p:cNvPr id="169" name="Google Shape;169;p31"/>
          <p:cNvSpPr txBox="1">
            <a:spLocks noGrp="1"/>
          </p:cNvSpPr>
          <p:nvPr>
            <p:ph type="title" idx="6"/>
          </p:nvPr>
        </p:nvSpPr>
        <p:spPr>
          <a:xfrm>
            <a:off x="5319653" y="1532783"/>
            <a:ext cx="689100" cy="54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171" name="Google Shape;171;p31"/>
          <p:cNvSpPr txBox="1">
            <a:spLocks noGrp="1"/>
          </p:cNvSpPr>
          <p:nvPr>
            <p:ph type="subTitle" idx="1"/>
          </p:nvPr>
        </p:nvSpPr>
        <p:spPr>
          <a:xfrm>
            <a:off x="715097" y="2056574"/>
            <a:ext cx="2162100" cy="7577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Problem Statement</a:t>
            </a:r>
          </a:p>
          <a:p>
            <a:pPr marL="0" lvl="0" indent="0" algn="l" rtl="0">
              <a:spcBef>
                <a:spcPts val="0"/>
              </a:spcBef>
              <a:spcAft>
                <a:spcPts val="0"/>
              </a:spcAft>
              <a:buNone/>
            </a:pPr>
            <a:endParaRPr dirty="0"/>
          </a:p>
        </p:txBody>
      </p:sp>
      <p:sp>
        <p:nvSpPr>
          <p:cNvPr id="172" name="Google Shape;172;p31"/>
          <p:cNvSpPr txBox="1">
            <a:spLocks noGrp="1"/>
          </p:cNvSpPr>
          <p:nvPr>
            <p:ph type="subTitle" idx="8"/>
          </p:nvPr>
        </p:nvSpPr>
        <p:spPr>
          <a:xfrm>
            <a:off x="3017375" y="2056575"/>
            <a:ext cx="21621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Objectives</a:t>
            </a:r>
          </a:p>
        </p:txBody>
      </p:sp>
      <p:sp>
        <p:nvSpPr>
          <p:cNvPr id="173" name="Google Shape;173;p31"/>
          <p:cNvSpPr txBox="1">
            <a:spLocks noGrp="1"/>
          </p:cNvSpPr>
          <p:nvPr>
            <p:ph type="subTitle" idx="9"/>
          </p:nvPr>
        </p:nvSpPr>
        <p:spPr>
          <a:xfrm>
            <a:off x="852245" y="3490050"/>
            <a:ext cx="21621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Features</a:t>
            </a:r>
          </a:p>
        </p:txBody>
      </p:sp>
      <p:sp>
        <p:nvSpPr>
          <p:cNvPr id="174" name="Google Shape;174;p31"/>
          <p:cNvSpPr txBox="1">
            <a:spLocks noGrp="1"/>
          </p:cNvSpPr>
          <p:nvPr>
            <p:ph type="subTitle" idx="13"/>
          </p:nvPr>
        </p:nvSpPr>
        <p:spPr>
          <a:xfrm>
            <a:off x="5319653" y="2081483"/>
            <a:ext cx="21621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Related Work</a:t>
            </a:r>
          </a:p>
          <a:p>
            <a:pPr marL="0" lvl="0" indent="0" algn="l" rtl="0">
              <a:spcBef>
                <a:spcPts val="0"/>
              </a:spcBef>
              <a:spcAft>
                <a:spcPts val="0"/>
              </a:spcAft>
              <a:buNone/>
            </a:pPr>
            <a:endParaRPr dirty="0"/>
          </a:p>
        </p:txBody>
      </p:sp>
      <p:sp>
        <p:nvSpPr>
          <p:cNvPr id="175" name="Google Shape;175;p31"/>
          <p:cNvSpPr txBox="1">
            <a:spLocks noGrp="1"/>
          </p:cNvSpPr>
          <p:nvPr>
            <p:ph type="subTitle" idx="14"/>
          </p:nvPr>
        </p:nvSpPr>
        <p:spPr>
          <a:xfrm>
            <a:off x="3017375" y="3490050"/>
            <a:ext cx="21621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Research</a:t>
            </a:r>
          </a:p>
        </p:txBody>
      </p:sp>
      <p:pic>
        <p:nvPicPr>
          <p:cNvPr id="177" name="Google Shape;177;p31"/>
          <p:cNvPicPr preferRelativeResize="0"/>
          <p:nvPr/>
        </p:nvPicPr>
        <p:blipFill>
          <a:blip r:embed="rId3">
            <a:alphaModFix/>
          </a:blip>
          <a:stretch>
            <a:fillRect/>
          </a:stretch>
        </p:blipFill>
        <p:spPr>
          <a:xfrm>
            <a:off x="7774336" y="1484300"/>
            <a:ext cx="1042774" cy="3200396"/>
          </a:xfrm>
          <a:prstGeom prst="rect">
            <a:avLst/>
          </a:prstGeom>
          <a:noFill/>
          <a:ln>
            <a:noFill/>
          </a:ln>
        </p:spPr>
      </p:pic>
      <p:pic>
        <p:nvPicPr>
          <p:cNvPr id="178" name="Google Shape;178;p31"/>
          <p:cNvPicPr preferRelativeResize="0"/>
          <p:nvPr/>
        </p:nvPicPr>
        <p:blipFill>
          <a:blip r:embed="rId4">
            <a:alphaModFix/>
          </a:blip>
          <a:stretch>
            <a:fillRect/>
          </a:stretch>
        </p:blipFill>
        <p:spPr>
          <a:xfrm>
            <a:off x="7336052" y="2551100"/>
            <a:ext cx="703218" cy="213360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2"/>
          <p:cNvSpPr txBox="1">
            <a:spLocks noGrp="1"/>
          </p:cNvSpPr>
          <p:nvPr>
            <p:ph type="title"/>
          </p:nvPr>
        </p:nvSpPr>
        <p:spPr>
          <a:xfrm>
            <a:off x="4245572" y="2790230"/>
            <a:ext cx="3594048" cy="1253449"/>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dirty="0"/>
              <a:t>Problem Statement</a:t>
            </a:r>
            <a:br>
              <a:rPr lang="en-US" dirty="0"/>
            </a:br>
            <a:endParaRPr dirty="0"/>
          </a:p>
        </p:txBody>
      </p:sp>
      <p:sp>
        <p:nvSpPr>
          <p:cNvPr id="184" name="Google Shape;184;p32"/>
          <p:cNvSpPr txBox="1">
            <a:spLocks noGrp="1"/>
          </p:cNvSpPr>
          <p:nvPr>
            <p:ph type="title" idx="2"/>
          </p:nvPr>
        </p:nvSpPr>
        <p:spPr>
          <a:xfrm>
            <a:off x="5812520" y="1459211"/>
            <a:ext cx="2027100" cy="14631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01</a:t>
            </a:r>
            <a:endParaRPr dirty="0"/>
          </a:p>
        </p:txBody>
      </p:sp>
      <p:pic>
        <p:nvPicPr>
          <p:cNvPr id="4" name="Picture 3">
            <a:extLst>
              <a:ext uri="{FF2B5EF4-FFF2-40B4-BE49-F238E27FC236}">
                <a16:creationId xmlns:a16="http://schemas.microsoft.com/office/drawing/2014/main" id="{E009CA00-6A3E-8D77-0FE0-C5F14E1EB57A}"/>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200" b="90000" l="3200" r="93850">
                        <a14:foregroundMark x1="22350" y1="16400" x2="22350" y2="16400"/>
                        <a14:foregroundMark x1="22350" y1="16400" x2="22350" y2="16400"/>
                        <a14:foregroundMark x1="22350" y1="16400" x2="22350" y2="16400"/>
                        <a14:foregroundMark x1="22350" y1="16400" x2="22350" y2="16400"/>
                        <a14:foregroundMark x1="33400" y1="7100" x2="14800" y2="20600"/>
                        <a14:foregroundMark x1="14800" y1="20600" x2="39000" y2="33600"/>
                        <a14:foregroundMark x1="39000" y1="33600" x2="37850" y2="16150"/>
                        <a14:foregroundMark x1="37850" y1="16150" x2="24300" y2="16000"/>
                        <a14:foregroundMark x1="9900" y1="14800" x2="19600" y2="43000"/>
                        <a14:foregroundMark x1="19600" y1="43000" x2="41900" y2="18750"/>
                        <a14:foregroundMark x1="41900" y1="18750" x2="3600" y2="2150"/>
                        <a14:foregroundMark x1="3600" y1="2150" x2="40350" y2="55650"/>
                        <a14:foregroundMark x1="40350" y1="55650" x2="58400" y2="10700"/>
                        <a14:foregroundMark x1="58400" y1="10700" x2="37650" y2="15100"/>
                        <a14:foregroundMark x1="37650" y1="15100" x2="52700" y2="40450"/>
                        <a14:foregroundMark x1="52700" y1="40450" x2="69750" y2="38300"/>
                        <a14:foregroundMark x1="67800" y1="16600" x2="62250" y2="5100"/>
                        <a14:foregroundMark x1="62250" y1="5100" x2="46350" y2="10250"/>
                        <a14:foregroundMark x1="46350" y1="10250" x2="58650" y2="34850"/>
                        <a14:foregroundMark x1="58650" y1="34850" x2="57200" y2="8950"/>
                        <a14:foregroundMark x1="57200" y1="8950" x2="41600" y2="3150"/>
                        <a14:foregroundMark x1="41600" y1="3150" x2="40300" y2="3950"/>
                        <a14:foregroundMark x1="25300" y1="29050" x2="46900" y2="13650"/>
                        <a14:foregroundMark x1="46900" y1="13650" x2="20000" y2="34300"/>
                        <a14:foregroundMark x1="20000" y1="34300" x2="49200" y2="23600"/>
                        <a14:foregroundMark x1="49200" y1="23600" x2="50800" y2="17000"/>
                        <a14:foregroundMark x1="37350" y1="16600" x2="48150" y2="8350"/>
                        <a14:foregroundMark x1="48150" y1="8350" x2="45450" y2="17400"/>
                        <a14:foregroundMark x1="45450" y1="17400" x2="41350" y2="3100"/>
                        <a14:foregroundMark x1="41350" y1="3100" x2="41050" y2="22700"/>
                        <a14:foregroundMark x1="41050" y1="22700" x2="48250" y2="2000"/>
                        <a14:foregroundMark x1="48250" y1="2000" x2="21750" y2="19750"/>
                        <a14:foregroundMark x1="21750" y1="19750" x2="21950" y2="20950"/>
                        <a14:foregroundMark x1="4750" y1="25500" x2="12850" y2="10700"/>
                        <a14:foregroundMark x1="12850" y1="10700" x2="3200" y2="13850"/>
                        <a14:foregroundMark x1="3200" y1="13850" x2="10400" y2="23500"/>
                        <a14:foregroundMark x1="10400" y1="23500" x2="12450" y2="44450"/>
                        <a14:foregroundMark x1="7750" y1="26250" x2="9600" y2="50900"/>
                        <a14:foregroundMark x1="9600" y1="50900" x2="29000" y2="24200"/>
                        <a14:foregroundMark x1="29000" y1="24200" x2="29800" y2="43450"/>
                        <a14:foregroundMark x1="29800" y1="43450" x2="38350" y2="15200"/>
                        <a14:foregroundMark x1="38350" y1="15200" x2="37750" y2="14400"/>
                        <a14:foregroundMark x1="57300" y1="30400" x2="48100" y2="24200"/>
                        <a14:foregroundMark x1="48100" y1="24200" x2="58400" y2="21900"/>
                        <a14:foregroundMark x1="58400" y1="21900" x2="50100" y2="28950"/>
                        <a14:foregroundMark x1="50100" y1="28950" x2="56900" y2="29250"/>
                        <a14:foregroundMark x1="64200" y1="27650" x2="68000" y2="16600"/>
                        <a14:foregroundMark x1="68000" y1="16600" x2="56900" y2="200"/>
                        <a14:foregroundMark x1="56900" y1="200" x2="48350" y2="19650"/>
                        <a14:foregroundMark x1="48350" y1="19650" x2="78900" y2="10050"/>
                        <a14:foregroundMark x1="78900" y1="10050" x2="47300" y2="34000"/>
                        <a14:foregroundMark x1="47300" y1="34000" x2="71550" y2="23800"/>
                        <a14:foregroundMark x1="71550" y1="23800" x2="17000" y2="27850"/>
                        <a14:foregroundMark x1="17000" y1="27850" x2="31050" y2="39500"/>
                        <a14:foregroundMark x1="92050" y1="42850" x2="92050" y2="42850"/>
                        <a14:foregroundMark x1="91900" y1="41900" x2="91900" y2="41900"/>
                        <a14:foregroundMark x1="85750" y1="30600" x2="85750" y2="30600"/>
                        <a14:foregroundMark x1="81400" y1="6900" x2="81400" y2="6900"/>
                        <a14:foregroundMark x1="70150" y1="5950" x2="82100" y2="30500"/>
                        <a14:foregroundMark x1="82100" y1="30500" x2="68000" y2="3250"/>
                        <a14:foregroundMark x1="68000" y1="3250" x2="66800" y2="2000"/>
                        <a14:foregroundMark x1="77250" y1="8900" x2="81150" y2="34800"/>
                        <a14:foregroundMark x1="81150" y1="34800" x2="73150" y2="27950"/>
                        <a14:foregroundMark x1="73150" y1="27950" x2="77300" y2="14800"/>
                        <a14:foregroundMark x1="77300" y1="14800" x2="79850" y2="25650"/>
                        <a14:foregroundMark x1="79850" y1="25650" x2="74900" y2="12150"/>
                        <a14:foregroundMark x1="74900" y1="12150" x2="74900" y2="12850"/>
                        <a14:foregroundMark x1="81800" y1="27250" x2="83650" y2="12150"/>
                        <a14:foregroundMark x1="83650" y1="12150" x2="71550" y2="30550"/>
                        <a14:foregroundMark x1="71550" y1="30550" x2="70850" y2="21000"/>
                        <a14:foregroundMark x1="70850" y1="21000" x2="58700" y2="19350"/>
                        <a14:foregroundMark x1="6150" y1="62800" x2="6150" y2="62800"/>
                        <a14:foregroundMark x1="7950" y1="66000" x2="7950" y2="66000"/>
                        <a14:foregroundMark x1="7950" y1="66000" x2="7950" y2="66000"/>
                        <a14:foregroundMark x1="7950" y1="66000" x2="7950" y2="66000"/>
                        <a14:foregroundMark x1="7950" y1="66000" x2="7950" y2="66000"/>
                        <a14:foregroundMark x1="7950" y1="66000" x2="7950" y2="66000"/>
                        <a14:foregroundMark x1="7950" y1="66000" x2="7950" y2="66000"/>
                        <a14:foregroundMark x1="7950" y1="66000" x2="7950" y2="66000"/>
                        <a14:foregroundMark x1="7950" y1="66000" x2="21150" y2="65400"/>
                        <a14:foregroundMark x1="13450" y1="67750" x2="21950" y2="64800"/>
                        <a14:foregroundMark x1="11650" y1="69500" x2="19650" y2="64100"/>
                        <a14:foregroundMark x1="19650" y1="64100" x2="6600" y2="61350"/>
                        <a14:foregroundMark x1="6600" y1="61350" x2="17950" y2="58900"/>
                        <a14:foregroundMark x1="17950" y1="58900" x2="10450" y2="68450"/>
                        <a14:foregroundMark x1="10450" y1="68450" x2="21300" y2="63100"/>
                        <a14:foregroundMark x1="21300" y1="63100" x2="17800" y2="64200"/>
                        <a14:foregroundMark x1="20200" y1="73500" x2="5150" y2="60300"/>
                        <a14:foregroundMark x1="5150" y1="60300" x2="15800" y2="58350"/>
                        <a14:foregroundMark x1="15800" y1="58350" x2="13800" y2="47550"/>
                        <a14:foregroundMark x1="13800" y1="47550" x2="16750" y2="66200"/>
                        <a14:foregroundMark x1="16750" y1="66200" x2="10250" y2="53400"/>
                        <a14:foregroundMark x1="10250" y1="53400" x2="11350" y2="63250"/>
                        <a14:foregroundMark x1="11350" y1="63250" x2="21950" y2="63400"/>
                        <a14:foregroundMark x1="88700" y1="40050" x2="83600" y2="15500"/>
                        <a14:foregroundMark x1="83600" y1="15500" x2="62800" y2="51800"/>
                        <a14:foregroundMark x1="62800" y1="51800" x2="83675" y2="54807"/>
                        <a14:foregroundMark x1="80037" y1="58454" x2="68100" y2="64150"/>
                        <a14:foregroundMark x1="68100" y1="64150" x2="75250" y2="22100"/>
                        <a14:foregroundMark x1="75250" y1="22100" x2="84850" y2="26750"/>
                        <a14:foregroundMark x1="84850" y1="26750" x2="67550" y2="33650"/>
                        <a14:foregroundMark x1="67550" y1="33650" x2="74750" y2="11350"/>
                        <a14:foregroundMark x1="74750" y1="11350" x2="56050" y2="38300"/>
                        <a14:foregroundMark x1="87900" y1="39250" x2="92894" y2="23066"/>
                        <a14:foregroundMark x1="92130" y1="21569" x2="70050" y2="18150"/>
                        <a14:foregroundMark x1="70050" y1="18150" x2="87650" y2="10400"/>
                        <a14:foregroundMark x1="87650" y1="10400" x2="80350" y2="19900"/>
                        <a14:foregroundMark x1="80350" y1="19900" x2="74500" y2="8000"/>
                        <a14:foregroundMark x1="74500" y1="8000" x2="81900" y2="1750"/>
                        <a14:foregroundMark x1="81900" y1="1750" x2="78150" y2="5250"/>
                        <a14:foregroundMark x1="88500" y1="18350" x2="88862" y2="10210"/>
                        <a14:foregroundMark x1="87342" y1="6678" x2="78200" y2="4350"/>
                        <a14:foregroundMark x1="78200" y1="4350" x2="73850" y2="1550"/>
                        <a14:foregroundMark x1="86900" y1="37900" x2="93000" y2="39450"/>
                        <a14:foregroundMark x1="89850" y1="41800" x2="93850" y2="29100"/>
                        <a14:foregroundMark x1="93850" y1="29100" x2="91200" y2="33000"/>
                        <a14:backgroundMark x1="88400" y1="7700" x2="88400" y2="7700"/>
                        <a14:backgroundMark x1="88650" y1="7100" x2="88650" y2="7100"/>
                        <a14:backgroundMark x1="88850" y1="7100" x2="87000" y2="5950"/>
                        <a14:backgroundMark x1="88150" y1="5550" x2="92550" y2="16600"/>
                        <a14:backgroundMark x1="92650" y1="20250" x2="95150" y2="25150"/>
                        <a14:backgroundMark x1="93150" y1="22050" x2="93500" y2="24400"/>
                        <a14:backgroundMark x1="86150" y1="53950" x2="80700" y2="59000"/>
                        <a14:backgroundMark x1="85450" y1="55450" x2="84250" y2="58450"/>
                        <a14:backgroundMark x1="81300" y1="58800" x2="84000" y2="59250"/>
                        <a14:backgroundMark x1="85200" y1="56550" x2="85100" y2="57250"/>
                        <a14:backgroundMark x1="87200" y1="57000" x2="89100" y2="55000"/>
                        <a14:backgroundMark x1="86500" y1="55350" x2="87950" y2="56650"/>
                      </a14:backgroundRemoval>
                    </a14:imgEffect>
                  </a14:imgLayer>
                </a14:imgProps>
              </a:ext>
            </a:extLst>
          </a:blip>
          <a:stretch>
            <a:fillRect/>
          </a:stretch>
        </p:blipFill>
        <p:spPr>
          <a:xfrm>
            <a:off x="0" y="0"/>
            <a:ext cx="3682920" cy="368292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7">
          <a:extLst>
            <a:ext uri="{FF2B5EF4-FFF2-40B4-BE49-F238E27FC236}">
              <a16:creationId xmlns:a16="http://schemas.microsoft.com/office/drawing/2014/main" id="{1EDB02F7-59E0-CE56-E471-CD21A4C57214}"/>
            </a:ext>
          </a:extLst>
        </p:cNvPr>
        <p:cNvGrpSpPr/>
        <p:nvPr/>
      </p:nvGrpSpPr>
      <p:grpSpPr>
        <a:xfrm>
          <a:off x="0" y="0"/>
          <a:ext cx="0" cy="0"/>
          <a:chOff x="0" y="0"/>
          <a:chExt cx="0" cy="0"/>
        </a:xfrm>
      </p:grpSpPr>
      <p:grpSp>
        <p:nvGrpSpPr>
          <p:cNvPr id="203" name="Google Shape;203;p34">
            <a:extLst>
              <a:ext uri="{FF2B5EF4-FFF2-40B4-BE49-F238E27FC236}">
                <a16:creationId xmlns:a16="http://schemas.microsoft.com/office/drawing/2014/main" id="{9E8E56A1-E0FB-3829-13A3-A5EA25432E9B}"/>
              </a:ext>
            </a:extLst>
          </p:cNvPr>
          <p:cNvGrpSpPr/>
          <p:nvPr/>
        </p:nvGrpSpPr>
        <p:grpSpPr>
          <a:xfrm>
            <a:off x="7739606" y="237372"/>
            <a:ext cx="641562" cy="640077"/>
            <a:chOff x="4729195" y="1274420"/>
            <a:chExt cx="430348" cy="429640"/>
          </a:xfrm>
        </p:grpSpPr>
        <p:sp>
          <p:nvSpPr>
            <p:cNvPr id="204" name="Google Shape;204;p34">
              <a:extLst>
                <a:ext uri="{FF2B5EF4-FFF2-40B4-BE49-F238E27FC236}">
                  <a16:creationId xmlns:a16="http://schemas.microsoft.com/office/drawing/2014/main" id="{1872F69E-DD06-ED9A-1C1D-2659D9C993F6}"/>
                </a:ext>
              </a:extLst>
            </p:cNvPr>
            <p:cNvSpPr/>
            <p:nvPr/>
          </p:nvSpPr>
          <p:spPr>
            <a:xfrm>
              <a:off x="4894457" y="1306505"/>
              <a:ext cx="100531" cy="23975"/>
            </a:xfrm>
            <a:custGeom>
              <a:avLst/>
              <a:gdLst/>
              <a:ahLst/>
              <a:cxnLst/>
              <a:rect l="l" t="t" r="r" b="b"/>
              <a:pathLst>
                <a:path w="3409" h="813" extrusionOk="0">
                  <a:moveTo>
                    <a:pt x="1707" y="1"/>
                  </a:moveTo>
                  <a:cubicBezTo>
                    <a:pt x="1160" y="1"/>
                    <a:pt x="619" y="145"/>
                    <a:pt x="144" y="409"/>
                  </a:cubicBezTo>
                  <a:cubicBezTo>
                    <a:pt x="36" y="470"/>
                    <a:pt x="0" y="596"/>
                    <a:pt x="60" y="698"/>
                  </a:cubicBezTo>
                  <a:cubicBezTo>
                    <a:pt x="101" y="771"/>
                    <a:pt x="171" y="811"/>
                    <a:pt x="244" y="811"/>
                  </a:cubicBezTo>
                  <a:cubicBezTo>
                    <a:pt x="280" y="811"/>
                    <a:pt x="315" y="802"/>
                    <a:pt x="349" y="782"/>
                  </a:cubicBezTo>
                  <a:cubicBezTo>
                    <a:pt x="764" y="554"/>
                    <a:pt x="1233" y="427"/>
                    <a:pt x="1707" y="427"/>
                  </a:cubicBezTo>
                  <a:cubicBezTo>
                    <a:pt x="2182" y="427"/>
                    <a:pt x="2651" y="554"/>
                    <a:pt x="3060" y="782"/>
                  </a:cubicBezTo>
                  <a:cubicBezTo>
                    <a:pt x="3096" y="800"/>
                    <a:pt x="3132" y="812"/>
                    <a:pt x="3168" y="812"/>
                  </a:cubicBezTo>
                  <a:cubicBezTo>
                    <a:pt x="3241" y="812"/>
                    <a:pt x="3313" y="770"/>
                    <a:pt x="3355" y="698"/>
                  </a:cubicBezTo>
                  <a:cubicBezTo>
                    <a:pt x="3409" y="596"/>
                    <a:pt x="3373" y="470"/>
                    <a:pt x="3271" y="409"/>
                  </a:cubicBezTo>
                  <a:cubicBezTo>
                    <a:pt x="2796" y="145"/>
                    <a:pt x="2255" y="1"/>
                    <a:pt x="17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4">
              <a:extLst>
                <a:ext uri="{FF2B5EF4-FFF2-40B4-BE49-F238E27FC236}">
                  <a16:creationId xmlns:a16="http://schemas.microsoft.com/office/drawing/2014/main" id="{19C5EAA5-A686-AB01-0ABF-DA9E231BBCDD}"/>
                </a:ext>
              </a:extLst>
            </p:cNvPr>
            <p:cNvSpPr/>
            <p:nvPr/>
          </p:nvSpPr>
          <p:spPr>
            <a:xfrm>
              <a:off x="4729195" y="1274420"/>
              <a:ext cx="430348" cy="429640"/>
            </a:xfrm>
            <a:custGeom>
              <a:avLst/>
              <a:gdLst/>
              <a:ahLst/>
              <a:cxnLst/>
              <a:rect l="l" t="t" r="r" b="b"/>
              <a:pathLst>
                <a:path w="14593" h="14569" extrusionOk="0">
                  <a:moveTo>
                    <a:pt x="2412" y="5261"/>
                  </a:moveTo>
                  <a:cubicBezTo>
                    <a:pt x="2694" y="5261"/>
                    <a:pt x="2941" y="5706"/>
                    <a:pt x="2941" y="6217"/>
                  </a:cubicBezTo>
                  <a:cubicBezTo>
                    <a:pt x="2941" y="6734"/>
                    <a:pt x="2694" y="7179"/>
                    <a:pt x="2412" y="7179"/>
                  </a:cubicBezTo>
                  <a:cubicBezTo>
                    <a:pt x="2135" y="7179"/>
                    <a:pt x="1888" y="6728"/>
                    <a:pt x="1888" y="6217"/>
                  </a:cubicBezTo>
                  <a:cubicBezTo>
                    <a:pt x="1888" y="5706"/>
                    <a:pt x="2135" y="5261"/>
                    <a:pt x="2412" y="5261"/>
                  </a:cubicBezTo>
                  <a:close/>
                  <a:moveTo>
                    <a:pt x="1852" y="4930"/>
                  </a:moveTo>
                  <a:cubicBezTo>
                    <a:pt x="1912" y="4930"/>
                    <a:pt x="1967" y="4936"/>
                    <a:pt x="2027" y="4948"/>
                  </a:cubicBezTo>
                  <a:cubicBezTo>
                    <a:pt x="1690" y="5159"/>
                    <a:pt x="1462" y="5646"/>
                    <a:pt x="1462" y="6217"/>
                  </a:cubicBezTo>
                  <a:cubicBezTo>
                    <a:pt x="1462" y="6999"/>
                    <a:pt x="1882" y="7606"/>
                    <a:pt x="2412" y="7606"/>
                  </a:cubicBezTo>
                  <a:cubicBezTo>
                    <a:pt x="2766" y="7606"/>
                    <a:pt x="3073" y="7335"/>
                    <a:pt x="3235" y="6926"/>
                  </a:cubicBezTo>
                  <a:cubicBezTo>
                    <a:pt x="3247" y="7041"/>
                    <a:pt x="3253" y="7161"/>
                    <a:pt x="3253" y="7281"/>
                  </a:cubicBezTo>
                  <a:cubicBezTo>
                    <a:pt x="3253" y="7925"/>
                    <a:pt x="3097" y="8526"/>
                    <a:pt x="2814" y="8977"/>
                  </a:cubicBezTo>
                  <a:cubicBezTo>
                    <a:pt x="2550" y="9398"/>
                    <a:pt x="2207" y="9632"/>
                    <a:pt x="1852" y="9632"/>
                  </a:cubicBezTo>
                  <a:cubicBezTo>
                    <a:pt x="1498" y="9632"/>
                    <a:pt x="1155" y="9398"/>
                    <a:pt x="890" y="8977"/>
                  </a:cubicBezTo>
                  <a:cubicBezTo>
                    <a:pt x="608" y="8532"/>
                    <a:pt x="452" y="7925"/>
                    <a:pt x="452" y="7281"/>
                  </a:cubicBezTo>
                  <a:cubicBezTo>
                    <a:pt x="452" y="6638"/>
                    <a:pt x="608" y="6031"/>
                    <a:pt x="890" y="5580"/>
                  </a:cubicBezTo>
                  <a:cubicBezTo>
                    <a:pt x="1155" y="5159"/>
                    <a:pt x="1498" y="4930"/>
                    <a:pt x="1852" y="4930"/>
                  </a:cubicBezTo>
                  <a:close/>
                  <a:moveTo>
                    <a:pt x="7311" y="0"/>
                  </a:moveTo>
                  <a:cubicBezTo>
                    <a:pt x="5364" y="0"/>
                    <a:pt x="3536" y="758"/>
                    <a:pt x="2159" y="2135"/>
                  </a:cubicBezTo>
                  <a:cubicBezTo>
                    <a:pt x="981" y="3313"/>
                    <a:pt x="253" y="4828"/>
                    <a:pt x="73" y="6464"/>
                  </a:cubicBezTo>
                  <a:cubicBezTo>
                    <a:pt x="61" y="6566"/>
                    <a:pt x="49" y="6668"/>
                    <a:pt x="43" y="6770"/>
                  </a:cubicBezTo>
                  <a:cubicBezTo>
                    <a:pt x="1" y="7401"/>
                    <a:pt x="37" y="8039"/>
                    <a:pt x="157" y="8664"/>
                  </a:cubicBezTo>
                  <a:cubicBezTo>
                    <a:pt x="181" y="8796"/>
                    <a:pt x="211" y="8929"/>
                    <a:pt x="241" y="9055"/>
                  </a:cubicBezTo>
                  <a:cubicBezTo>
                    <a:pt x="265" y="9145"/>
                    <a:pt x="289" y="9235"/>
                    <a:pt x="319" y="9325"/>
                  </a:cubicBezTo>
                  <a:cubicBezTo>
                    <a:pt x="325" y="9361"/>
                    <a:pt x="337" y="9392"/>
                    <a:pt x="343" y="9422"/>
                  </a:cubicBezTo>
                  <a:cubicBezTo>
                    <a:pt x="512" y="9957"/>
                    <a:pt x="734" y="10474"/>
                    <a:pt x="1017" y="10955"/>
                  </a:cubicBezTo>
                  <a:cubicBezTo>
                    <a:pt x="1305" y="11448"/>
                    <a:pt x="1648" y="11899"/>
                    <a:pt x="2039" y="12313"/>
                  </a:cubicBezTo>
                  <a:cubicBezTo>
                    <a:pt x="2081" y="12350"/>
                    <a:pt x="2117" y="12392"/>
                    <a:pt x="2159" y="12434"/>
                  </a:cubicBezTo>
                  <a:cubicBezTo>
                    <a:pt x="3536" y="13810"/>
                    <a:pt x="5364" y="14568"/>
                    <a:pt x="7311" y="14568"/>
                  </a:cubicBezTo>
                  <a:cubicBezTo>
                    <a:pt x="9253" y="14568"/>
                    <a:pt x="11087" y="13810"/>
                    <a:pt x="12458" y="12434"/>
                  </a:cubicBezTo>
                  <a:cubicBezTo>
                    <a:pt x="13835" y="11057"/>
                    <a:pt x="14592" y="9229"/>
                    <a:pt x="14592" y="7281"/>
                  </a:cubicBezTo>
                  <a:cubicBezTo>
                    <a:pt x="14592" y="6013"/>
                    <a:pt x="14262" y="4768"/>
                    <a:pt x="13642" y="3674"/>
                  </a:cubicBezTo>
                  <a:cubicBezTo>
                    <a:pt x="13035" y="2616"/>
                    <a:pt x="12163" y="1714"/>
                    <a:pt x="11123" y="1071"/>
                  </a:cubicBezTo>
                  <a:cubicBezTo>
                    <a:pt x="11088" y="1050"/>
                    <a:pt x="11050" y="1040"/>
                    <a:pt x="11012" y="1040"/>
                  </a:cubicBezTo>
                  <a:cubicBezTo>
                    <a:pt x="10941" y="1040"/>
                    <a:pt x="10872" y="1076"/>
                    <a:pt x="10829" y="1143"/>
                  </a:cubicBezTo>
                  <a:cubicBezTo>
                    <a:pt x="10769" y="1245"/>
                    <a:pt x="10799" y="1377"/>
                    <a:pt x="10901" y="1437"/>
                  </a:cubicBezTo>
                  <a:cubicBezTo>
                    <a:pt x="11881" y="2039"/>
                    <a:pt x="12698" y="2886"/>
                    <a:pt x="13270" y="3884"/>
                  </a:cubicBezTo>
                  <a:cubicBezTo>
                    <a:pt x="13859" y="4912"/>
                    <a:pt x="14165" y="6091"/>
                    <a:pt x="14165" y="7281"/>
                  </a:cubicBezTo>
                  <a:cubicBezTo>
                    <a:pt x="14165" y="9115"/>
                    <a:pt x="13456" y="10834"/>
                    <a:pt x="12157" y="12127"/>
                  </a:cubicBezTo>
                  <a:cubicBezTo>
                    <a:pt x="10865" y="13426"/>
                    <a:pt x="9139" y="14135"/>
                    <a:pt x="7311" y="14135"/>
                  </a:cubicBezTo>
                  <a:cubicBezTo>
                    <a:pt x="5478" y="14135"/>
                    <a:pt x="3758" y="13426"/>
                    <a:pt x="2460" y="12127"/>
                  </a:cubicBezTo>
                  <a:cubicBezTo>
                    <a:pt x="2327" y="11995"/>
                    <a:pt x="2201" y="11857"/>
                    <a:pt x="2075" y="11712"/>
                  </a:cubicBezTo>
                  <a:lnTo>
                    <a:pt x="2075" y="11712"/>
                  </a:lnTo>
                  <a:cubicBezTo>
                    <a:pt x="2381" y="11869"/>
                    <a:pt x="2706" y="11953"/>
                    <a:pt x="3043" y="11953"/>
                  </a:cubicBezTo>
                  <a:cubicBezTo>
                    <a:pt x="3770" y="11953"/>
                    <a:pt x="4474" y="11550"/>
                    <a:pt x="5021" y="10822"/>
                  </a:cubicBezTo>
                  <a:cubicBezTo>
                    <a:pt x="5093" y="10726"/>
                    <a:pt x="5069" y="10594"/>
                    <a:pt x="4979" y="10522"/>
                  </a:cubicBezTo>
                  <a:cubicBezTo>
                    <a:pt x="4940" y="10493"/>
                    <a:pt x="4896" y="10479"/>
                    <a:pt x="4852" y="10479"/>
                  </a:cubicBezTo>
                  <a:cubicBezTo>
                    <a:pt x="4786" y="10479"/>
                    <a:pt x="4721" y="10510"/>
                    <a:pt x="4678" y="10564"/>
                  </a:cubicBezTo>
                  <a:cubicBezTo>
                    <a:pt x="4215" y="11183"/>
                    <a:pt x="3638" y="11526"/>
                    <a:pt x="3043" y="11526"/>
                  </a:cubicBezTo>
                  <a:cubicBezTo>
                    <a:pt x="2369" y="11526"/>
                    <a:pt x="1732" y="11099"/>
                    <a:pt x="1239" y="10317"/>
                  </a:cubicBezTo>
                  <a:cubicBezTo>
                    <a:pt x="1113" y="10113"/>
                    <a:pt x="999" y="9897"/>
                    <a:pt x="902" y="9656"/>
                  </a:cubicBezTo>
                  <a:lnTo>
                    <a:pt x="902" y="9656"/>
                  </a:lnTo>
                  <a:cubicBezTo>
                    <a:pt x="1185" y="9921"/>
                    <a:pt x="1510" y="10059"/>
                    <a:pt x="1852" y="10059"/>
                  </a:cubicBezTo>
                  <a:cubicBezTo>
                    <a:pt x="2357" y="10059"/>
                    <a:pt x="2826" y="9758"/>
                    <a:pt x="3175" y="9205"/>
                  </a:cubicBezTo>
                  <a:cubicBezTo>
                    <a:pt x="3500" y="8688"/>
                    <a:pt x="3680" y="8003"/>
                    <a:pt x="3680" y="7281"/>
                  </a:cubicBezTo>
                  <a:cubicBezTo>
                    <a:pt x="3680" y="6554"/>
                    <a:pt x="3500" y="5874"/>
                    <a:pt x="3175" y="5357"/>
                  </a:cubicBezTo>
                  <a:cubicBezTo>
                    <a:pt x="2826" y="4804"/>
                    <a:pt x="2357" y="4504"/>
                    <a:pt x="1852" y="4504"/>
                  </a:cubicBezTo>
                  <a:cubicBezTo>
                    <a:pt x="1510" y="4504"/>
                    <a:pt x="1185" y="4642"/>
                    <a:pt x="902" y="4900"/>
                  </a:cubicBezTo>
                  <a:cubicBezTo>
                    <a:pt x="999" y="4666"/>
                    <a:pt x="1113" y="4443"/>
                    <a:pt x="1239" y="4245"/>
                  </a:cubicBezTo>
                  <a:cubicBezTo>
                    <a:pt x="1732" y="3463"/>
                    <a:pt x="2369" y="3037"/>
                    <a:pt x="3043" y="3037"/>
                  </a:cubicBezTo>
                  <a:cubicBezTo>
                    <a:pt x="3716" y="3037"/>
                    <a:pt x="4359" y="3463"/>
                    <a:pt x="4846" y="4245"/>
                  </a:cubicBezTo>
                  <a:cubicBezTo>
                    <a:pt x="5358" y="5051"/>
                    <a:pt x="5634" y="6133"/>
                    <a:pt x="5634" y="7281"/>
                  </a:cubicBezTo>
                  <a:cubicBezTo>
                    <a:pt x="5634" y="8177"/>
                    <a:pt x="5466" y="9031"/>
                    <a:pt x="5147" y="9758"/>
                  </a:cubicBezTo>
                  <a:cubicBezTo>
                    <a:pt x="5099" y="9866"/>
                    <a:pt x="5147" y="9993"/>
                    <a:pt x="5255" y="10041"/>
                  </a:cubicBezTo>
                  <a:cubicBezTo>
                    <a:pt x="5284" y="10053"/>
                    <a:pt x="5313" y="10059"/>
                    <a:pt x="5343" y="10059"/>
                  </a:cubicBezTo>
                  <a:cubicBezTo>
                    <a:pt x="5425" y="10059"/>
                    <a:pt x="5502" y="10012"/>
                    <a:pt x="5538" y="9933"/>
                  </a:cubicBezTo>
                  <a:cubicBezTo>
                    <a:pt x="5881" y="9151"/>
                    <a:pt x="6061" y="8237"/>
                    <a:pt x="6061" y="7281"/>
                  </a:cubicBezTo>
                  <a:cubicBezTo>
                    <a:pt x="6061" y="6049"/>
                    <a:pt x="5760" y="4888"/>
                    <a:pt x="5207" y="4017"/>
                  </a:cubicBezTo>
                  <a:cubicBezTo>
                    <a:pt x="4636" y="3109"/>
                    <a:pt x="3872" y="2610"/>
                    <a:pt x="3043" y="2610"/>
                  </a:cubicBezTo>
                  <a:cubicBezTo>
                    <a:pt x="2712" y="2610"/>
                    <a:pt x="2381" y="2694"/>
                    <a:pt x="2075" y="2850"/>
                  </a:cubicBezTo>
                  <a:cubicBezTo>
                    <a:pt x="2201" y="2706"/>
                    <a:pt x="2327" y="2568"/>
                    <a:pt x="2460" y="2435"/>
                  </a:cubicBezTo>
                  <a:cubicBezTo>
                    <a:pt x="3758" y="1137"/>
                    <a:pt x="5478" y="427"/>
                    <a:pt x="7311" y="427"/>
                  </a:cubicBezTo>
                  <a:cubicBezTo>
                    <a:pt x="8261" y="427"/>
                    <a:pt x="9187" y="620"/>
                    <a:pt x="10053" y="998"/>
                  </a:cubicBezTo>
                  <a:cubicBezTo>
                    <a:pt x="10079" y="1009"/>
                    <a:pt x="10107" y="1014"/>
                    <a:pt x="10134" y="1014"/>
                  </a:cubicBezTo>
                  <a:cubicBezTo>
                    <a:pt x="10218" y="1014"/>
                    <a:pt x="10299" y="966"/>
                    <a:pt x="10336" y="884"/>
                  </a:cubicBezTo>
                  <a:cubicBezTo>
                    <a:pt x="10378" y="776"/>
                    <a:pt x="10330" y="650"/>
                    <a:pt x="10221" y="608"/>
                  </a:cubicBezTo>
                  <a:cubicBezTo>
                    <a:pt x="9302" y="205"/>
                    <a:pt x="8322" y="0"/>
                    <a:pt x="73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 name="Google Shape;206;p34">
              <a:extLst>
                <a:ext uri="{FF2B5EF4-FFF2-40B4-BE49-F238E27FC236}">
                  <a16:creationId xmlns:a16="http://schemas.microsoft.com/office/drawing/2014/main" id="{0790E714-EC39-216A-3196-B7915F672720}"/>
                </a:ext>
              </a:extLst>
            </p:cNvPr>
            <p:cNvSpPr/>
            <p:nvPr/>
          </p:nvSpPr>
          <p:spPr>
            <a:xfrm>
              <a:off x="4852080" y="1486129"/>
              <a:ext cx="23769" cy="12592"/>
            </a:xfrm>
            <a:custGeom>
              <a:avLst/>
              <a:gdLst/>
              <a:ahLst/>
              <a:cxnLst/>
              <a:rect l="l" t="t" r="r" b="b"/>
              <a:pathLst>
                <a:path w="806" h="427" extrusionOk="0">
                  <a:moveTo>
                    <a:pt x="211" y="0"/>
                  </a:moveTo>
                  <a:cubicBezTo>
                    <a:pt x="90" y="0"/>
                    <a:pt x="0" y="96"/>
                    <a:pt x="0" y="210"/>
                  </a:cubicBezTo>
                  <a:cubicBezTo>
                    <a:pt x="0" y="331"/>
                    <a:pt x="90" y="427"/>
                    <a:pt x="211" y="427"/>
                  </a:cubicBezTo>
                  <a:lnTo>
                    <a:pt x="595" y="427"/>
                  </a:lnTo>
                  <a:cubicBezTo>
                    <a:pt x="716" y="427"/>
                    <a:pt x="806" y="331"/>
                    <a:pt x="806" y="210"/>
                  </a:cubicBezTo>
                  <a:cubicBezTo>
                    <a:pt x="806" y="96"/>
                    <a:pt x="716" y="0"/>
                    <a:pt x="5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4">
              <a:extLst>
                <a:ext uri="{FF2B5EF4-FFF2-40B4-BE49-F238E27FC236}">
                  <a16:creationId xmlns:a16="http://schemas.microsoft.com/office/drawing/2014/main" id="{1531A418-B303-F4B4-57AA-E1AE3F8E63B0}"/>
                </a:ext>
              </a:extLst>
            </p:cNvPr>
            <p:cNvSpPr/>
            <p:nvPr/>
          </p:nvSpPr>
          <p:spPr>
            <a:xfrm>
              <a:off x="4846035" y="1525174"/>
              <a:ext cx="24860" cy="15571"/>
            </a:xfrm>
            <a:custGeom>
              <a:avLst/>
              <a:gdLst/>
              <a:ahLst/>
              <a:cxnLst/>
              <a:rect l="l" t="t" r="r" b="b"/>
              <a:pathLst>
                <a:path w="843" h="528" extrusionOk="0">
                  <a:moveTo>
                    <a:pt x="232" y="1"/>
                  </a:moveTo>
                  <a:cubicBezTo>
                    <a:pt x="140" y="1"/>
                    <a:pt x="55" y="62"/>
                    <a:pt x="31" y="155"/>
                  </a:cubicBezTo>
                  <a:cubicBezTo>
                    <a:pt x="1" y="269"/>
                    <a:pt x="67" y="389"/>
                    <a:pt x="181" y="420"/>
                  </a:cubicBezTo>
                  <a:lnTo>
                    <a:pt x="554" y="522"/>
                  </a:lnTo>
                  <a:cubicBezTo>
                    <a:pt x="572" y="528"/>
                    <a:pt x="590" y="528"/>
                    <a:pt x="608" y="528"/>
                  </a:cubicBezTo>
                  <a:cubicBezTo>
                    <a:pt x="704" y="528"/>
                    <a:pt x="788" y="468"/>
                    <a:pt x="812" y="371"/>
                  </a:cubicBezTo>
                  <a:cubicBezTo>
                    <a:pt x="842" y="257"/>
                    <a:pt x="776" y="143"/>
                    <a:pt x="662" y="107"/>
                  </a:cubicBezTo>
                  <a:lnTo>
                    <a:pt x="295" y="11"/>
                  </a:lnTo>
                  <a:cubicBezTo>
                    <a:pt x="274" y="4"/>
                    <a:pt x="253" y="1"/>
                    <a:pt x="2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4">
              <a:extLst>
                <a:ext uri="{FF2B5EF4-FFF2-40B4-BE49-F238E27FC236}">
                  <a16:creationId xmlns:a16="http://schemas.microsoft.com/office/drawing/2014/main" id="{13404713-067D-105B-2449-AA8223AB9B1C}"/>
                </a:ext>
              </a:extLst>
            </p:cNvPr>
            <p:cNvSpPr/>
            <p:nvPr/>
          </p:nvSpPr>
          <p:spPr>
            <a:xfrm>
              <a:off x="4834327" y="1555224"/>
              <a:ext cx="23621" cy="19051"/>
            </a:xfrm>
            <a:custGeom>
              <a:avLst/>
              <a:gdLst/>
              <a:ahLst/>
              <a:cxnLst/>
              <a:rect l="l" t="t" r="r" b="b"/>
              <a:pathLst>
                <a:path w="801" h="646" extrusionOk="0">
                  <a:moveTo>
                    <a:pt x="243" y="1"/>
                  </a:moveTo>
                  <a:cubicBezTo>
                    <a:pt x="174" y="1"/>
                    <a:pt x="108" y="32"/>
                    <a:pt x="67" y="92"/>
                  </a:cubicBezTo>
                  <a:cubicBezTo>
                    <a:pt x="1" y="188"/>
                    <a:pt x="25" y="320"/>
                    <a:pt x="121" y="387"/>
                  </a:cubicBezTo>
                  <a:lnTo>
                    <a:pt x="440" y="609"/>
                  </a:lnTo>
                  <a:cubicBezTo>
                    <a:pt x="476" y="633"/>
                    <a:pt x="518" y="645"/>
                    <a:pt x="560" y="645"/>
                  </a:cubicBezTo>
                  <a:cubicBezTo>
                    <a:pt x="626" y="645"/>
                    <a:pt x="692" y="615"/>
                    <a:pt x="734" y="555"/>
                  </a:cubicBezTo>
                  <a:cubicBezTo>
                    <a:pt x="800" y="459"/>
                    <a:pt x="776" y="326"/>
                    <a:pt x="680" y="254"/>
                  </a:cubicBezTo>
                  <a:lnTo>
                    <a:pt x="368" y="38"/>
                  </a:lnTo>
                  <a:cubicBezTo>
                    <a:pt x="329" y="13"/>
                    <a:pt x="285" y="1"/>
                    <a:pt x="2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4">
              <a:extLst>
                <a:ext uri="{FF2B5EF4-FFF2-40B4-BE49-F238E27FC236}">
                  <a16:creationId xmlns:a16="http://schemas.microsoft.com/office/drawing/2014/main" id="{3F621678-E5CA-67B5-54B8-1FF2A49BEE68}"/>
                </a:ext>
              </a:extLst>
            </p:cNvPr>
            <p:cNvSpPr/>
            <p:nvPr/>
          </p:nvSpPr>
          <p:spPr>
            <a:xfrm>
              <a:off x="4808642" y="1578816"/>
              <a:ext cx="20761" cy="21852"/>
            </a:xfrm>
            <a:custGeom>
              <a:avLst/>
              <a:gdLst/>
              <a:ahLst/>
              <a:cxnLst/>
              <a:rect l="l" t="t" r="r" b="b"/>
              <a:pathLst>
                <a:path w="704" h="741" extrusionOk="0">
                  <a:moveTo>
                    <a:pt x="246" y="0"/>
                  </a:moveTo>
                  <a:cubicBezTo>
                    <a:pt x="205" y="0"/>
                    <a:pt x="163" y="12"/>
                    <a:pt x="126" y="37"/>
                  </a:cubicBezTo>
                  <a:cubicBezTo>
                    <a:pt x="24" y="104"/>
                    <a:pt x="0" y="236"/>
                    <a:pt x="66" y="332"/>
                  </a:cubicBezTo>
                  <a:lnTo>
                    <a:pt x="283" y="651"/>
                  </a:lnTo>
                  <a:cubicBezTo>
                    <a:pt x="325" y="711"/>
                    <a:pt x="391" y="741"/>
                    <a:pt x="457" y="741"/>
                  </a:cubicBezTo>
                  <a:cubicBezTo>
                    <a:pt x="499" y="741"/>
                    <a:pt x="541" y="729"/>
                    <a:pt x="577" y="705"/>
                  </a:cubicBezTo>
                  <a:cubicBezTo>
                    <a:pt x="673" y="639"/>
                    <a:pt x="704" y="506"/>
                    <a:pt x="637" y="410"/>
                  </a:cubicBezTo>
                  <a:lnTo>
                    <a:pt x="421" y="92"/>
                  </a:lnTo>
                  <a:cubicBezTo>
                    <a:pt x="380" y="32"/>
                    <a:pt x="314" y="0"/>
                    <a:pt x="2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4">
              <a:extLst>
                <a:ext uri="{FF2B5EF4-FFF2-40B4-BE49-F238E27FC236}">
                  <a16:creationId xmlns:a16="http://schemas.microsoft.com/office/drawing/2014/main" id="{A9F04B2B-BC4A-BD1C-7D8F-E23AE5978616}"/>
                </a:ext>
              </a:extLst>
            </p:cNvPr>
            <p:cNvSpPr/>
            <p:nvPr/>
          </p:nvSpPr>
          <p:spPr>
            <a:xfrm>
              <a:off x="4846035" y="1443870"/>
              <a:ext cx="24860" cy="15689"/>
            </a:xfrm>
            <a:custGeom>
              <a:avLst/>
              <a:gdLst/>
              <a:ahLst/>
              <a:cxnLst/>
              <a:rect l="l" t="t" r="r" b="b"/>
              <a:pathLst>
                <a:path w="843" h="532" extrusionOk="0">
                  <a:moveTo>
                    <a:pt x="607" y="1"/>
                  </a:moveTo>
                  <a:cubicBezTo>
                    <a:pt x="589" y="1"/>
                    <a:pt x="571" y="3"/>
                    <a:pt x="554" y="8"/>
                  </a:cubicBezTo>
                  <a:lnTo>
                    <a:pt x="181" y="110"/>
                  </a:lnTo>
                  <a:cubicBezTo>
                    <a:pt x="67" y="146"/>
                    <a:pt x="1" y="261"/>
                    <a:pt x="31" y="375"/>
                  </a:cubicBezTo>
                  <a:cubicBezTo>
                    <a:pt x="61" y="471"/>
                    <a:pt x="145" y="531"/>
                    <a:pt x="235" y="531"/>
                  </a:cubicBezTo>
                  <a:cubicBezTo>
                    <a:pt x="259" y="531"/>
                    <a:pt x="277" y="531"/>
                    <a:pt x="295" y="525"/>
                  </a:cubicBezTo>
                  <a:lnTo>
                    <a:pt x="662" y="423"/>
                  </a:lnTo>
                  <a:cubicBezTo>
                    <a:pt x="776" y="393"/>
                    <a:pt x="842" y="273"/>
                    <a:pt x="812" y="158"/>
                  </a:cubicBezTo>
                  <a:cubicBezTo>
                    <a:pt x="787" y="63"/>
                    <a:pt x="699" y="1"/>
                    <a:pt x="60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4">
              <a:extLst>
                <a:ext uri="{FF2B5EF4-FFF2-40B4-BE49-F238E27FC236}">
                  <a16:creationId xmlns:a16="http://schemas.microsoft.com/office/drawing/2014/main" id="{D1ED97A8-EB60-37F7-C212-C7D3742AFDA0}"/>
                </a:ext>
              </a:extLst>
            </p:cNvPr>
            <p:cNvSpPr/>
            <p:nvPr/>
          </p:nvSpPr>
          <p:spPr>
            <a:xfrm>
              <a:off x="4834327" y="1410398"/>
              <a:ext cx="23621" cy="19198"/>
            </a:xfrm>
            <a:custGeom>
              <a:avLst/>
              <a:gdLst/>
              <a:ahLst/>
              <a:cxnLst/>
              <a:rect l="l" t="t" r="r" b="b"/>
              <a:pathLst>
                <a:path w="801" h="651" extrusionOk="0">
                  <a:moveTo>
                    <a:pt x="563" y="1"/>
                  </a:moveTo>
                  <a:cubicBezTo>
                    <a:pt x="519" y="1"/>
                    <a:pt x="474" y="14"/>
                    <a:pt x="434" y="43"/>
                  </a:cubicBezTo>
                  <a:lnTo>
                    <a:pt x="121" y="259"/>
                  </a:lnTo>
                  <a:cubicBezTo>
                    <a:pt x="25" y="325"/>
                    <a:pt x="1" y="458"/>
                    <a:pt x="67" y="554"/>
                  </a:cubicBezTo>
                  <a:cubicBezTo>
                    <a:pt x="109" y="614"/>
                    <a:pt x="175" y="650"/>
                    <a:pt x="241" y="650"/>
                  </a:cubicBezTo>
                  <a:cubicBezTo>
                    <a:pt x="283" y="650"/>
                    <a:pt x="326" y="638"/>
                    <a:pt x="362" y="608"/>
                  </a:cubicBezTo>
                  <a:lnTo>
                    <a:pt x="680" y="392"/>
                  </a:lnTo>
                  <a:cubicBezTo>
                    <a:pt x="776" y="325"/>
                    <a:pt x="800" y="187"/>
                    <a:pt x="734" y="91"/>
                  </a:cubicBezTo>
                  <a:cubicBezTo>
                    <a:pt x="694" y="33"/>
                    <a:pt x="630" y="1"/>
                    <a:pt x="5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4">
              <a:extLst>
                <a:ext uri="{FF2B5EF4-FFF2-40B4-BE49-F238E27FC236}">
                  <a16:creationId xmlns:a16="http://schemas.microsoft.com/office/drawing/2014/main" id="{18841223-4D5B-4DF6-66F9-522213C5F678}"/>
                </a:ext>
              </a:extLst>
            </p:cNvPr>
            <p:cNvSpPr/>
            <p:nvPr/>
          </p:nvSpPr>
          <p:spPr>
            <a:xfrm>
              <a:off x="4808642" y="1383946"/>
              <a:ext cx="20584" cy="22059"/>
            </a:xfrm>
            <a:custGeom>
              <a:avLst/>
              <a:gdLst/>
              <a:ahLst/>
              <a:cxnLst/>
              <a:rect l="l" t="t" r="r" b="b"/>
              <a:pathLst>
                <a:path w="698" h="748" extrusionOk="0">
                  <a:moveTo>
                    <a:pt x="457" y="1"/>
                  </a:moveTo>
                  <a:cubicBezTo>
                    <a:pt x="390" y="1"/>
                    <a:pt x="324" y="33"/>
                    <a:pt x="283" y="92"/>
                  </a:cubicBezTo>
                  <a:lnTo>
                    <a:pt x="66" y="411"/>
                  </a:lnTo>
                  <a:cubicBezTo>
                    <a:pt x="0" y="513"/>
                    <a:pt x="24" y="645"/>
                    <a:pt x="120" y="711"/>
                  </a:cubicBezTo>
                  <a:cubicBezTo>
                    <a:pt x="162" y="735"/>
                    <a:pt x="198" y="747"/>
                    <a:pt x="241" y="747"/>
                  </a:cubicBezTo>
                  <a:cubicBezTo>
                    <a:pt x="313" y="747"/>
                    <a:pt x="379" y="711"/>
                    <a:pt x="421" y="651"/>
                  </a:cubicBezTo>
                  <a:lnTo>
                    <a:pt x="631" y="333"/>
                  </a:lnTo>
                  <a:cubicBezTo>
                    <a:pt x="698" y="236"/>
                    <a:pt x="673" y="104"/>
                    <a:pt x="577" y="38"/>
                  </a:cubicBezTo>
                  <a:cubicBezTo>
                    <a:pt x="541" y="13"/>
                    <a:pt x="499" y="1"/>
                    <a:pt x="4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Google Shape;192;p33">
            <a:extLst>
              <a:ext uri="{FF2B5EF4-FFF2-40B4-BE49-F238E27FC236}">
                <a16:creationId xmlns:a16="http://schemas.microsoft.com/office/drawing/2014/main" id="{5418A30E-E209-F688-2C9C-E391A6B92C15}"/>
              </a:ext>
            </a:extLst>
          </p:cNvPr>
          <p:cNvSpPr txBox="1">
            <a:spLocks/>
          </p:cNvSpPr>
          <p:nvPr/>
        </p:nvSpPr>
        <p:spPr>
          <a:xfrm>
            <a:off x="206698" y="866400"/>
            <a:ext cx="8285480" cy="42032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BeeZee"/>
              <a:buNone/>
              <a:defRPr sz="1200" b="0" i="0" u="none" strike="noStrike" cap="none">
                <a:solidFill>
                  <a:schemeClr val="dk1"/>
                </a:solidFill>
                <a:latin typeface="ABeeZee"/>
                <a:ea typeface="ABeeZee"/>
                <a:cs typeface="ABeeZee"/>
                <a:sym typeface="ABeeZee"/>
              </a:defRPr>
            </a:lvl1pPr>
            <a:lvl2pPr marL="914400" marR="0" lvl="1" indent="-304800" algn="ctr" rtl="0">
              <a:lnSpc>
                <a:spcPct val="100000"/>
              </a:lnSpc>
              <a:spcBef>
                <a:spcPts val="0"/>
              </a:spcBef>
              <a:spcAft>
                <a:spcPts val="0"/>
              </a:spcAft>
              <a:buClr>
                <a:schemeClr val="dk1"/>
              </a:buClr>
              <a:buSzPts val="1200"/>
              <a:buFont typeface="ABeeZee"/>
              <a:buNone/>
              <a:defRPr sz="1200" b="0" i="0" u="none" strike="noStrike" cap="none">
                <a:solidFill>
                  <a:schemeClr val="dk1"/>
                </a:solidFill>
                <a:latin typeface="ABeeZee"/>
                <a:ea typeface="ABeeZee"/>
                <a:cs typeface="ABeeZee"/>
                <a:sym typeface="ABeeZee"/>
              </a:defRPr>
            </a:lvl2pPr>
            <a:lvl3pPr marL="1371600" marR="0" lvl="2" indent="-304800" algn="ctr" rtl="0">
              <a:lnSpc>
                <a:spcPct val="100000"/>
              </a:lnSpc>
              <a:spcBef>
                <a:spcPts val="0"/>
              </a:spcBef>
              <a:spcAft>
                <a:spcPts val="0"/>
              </a:spcAft>
              <a:buClr>
                <a:schemeClr val="dk1"/>
              </a:buClr>
              <a:buSzPts val="1200"/>
              <a:buFont typeface="ABeeZee"/>
              <a:buNone/>
              <a:defRPr sz="1200" b="0" i="0" u="none" strike="noStrike" cap="none">
                <a:solidFill>
                  <a:schemeClr val="dk1"/>
                </a:solidFill>
                <a:latin typeface="ABeeZee"/>
                <a:ea typeface="ABeeZee"/>
                <a:cs typeface="ABeeZee"/>
                <a:sym typeface="ABeeZee"/>
              </a:defRPr>
            </a:lvl3pPr>
            <a:lvl4pPr marL="1828800" marR="0" lvl="3" indent="-304800" algn="ctr" rtl="0">
              <a:lnSpc>
                <a:spcPct val="100000"/>
              </a:lnSpc>
              <a:spcBef>
                <a:spcPts val="0"/>
              </a:spcBef>
              <a:spcAft>
                <a:spcPts val="0"/>
              </a:spcAft>
              <a:buClr>
                <a:schemeClr val="dk1"/>
              </a:buClr>
              <a:buSzPts val="1200"/>
              <a:buFont typeface="ABeeZee"/>
              <a:buNone/>
              <a:defRPr sz="1200" b="0" i="0" u="none" strike="noStrike" cap="none">
                <a:solidFill>
                  <a:schemeClr val="dk1"/>
                </a:solidFill>
                <a:latin typeface="ABeeZee"/>
                <a:ea typeface="ABeeZee"/>
                <a:cs typeface="ABeeZee"/>
                <a:sym typeface="ABeeZee"/>
              </a:defRPr>
            </a:lvl4pPr>
            <a:lvl5pPr marL="2286000" marR="0" lvl="4" indent="-304800" algn="ctr" rtl="0">
              <a:lnSpc>
                <a:spcPct val="100000"/>
              </a:lnSpc>
              <a:spcBef>
                <a:spcPts val="0"/>
              </a:spcBef>
              <a:spcAft>
                <a:spcPts val="0"/>
              </a:spcAft>
              <a:buClr>
                <a:schemeClr val="dk1"/>
              </a:buClr>
              <a:buSzPts val="1200"/>
              <a:buFont typeface="ABeeZee"/>
              <a:buNone/>
              <a:defRPr sz="1200" b="0" i="0" u="none" strike="noStrike" cap="none">
                <a:solidFill>
                  <a:schemeClr val="dk1"/>
                </a:solidFill>
                <a:latin typeface="ABeeZee"/>
                <a:ea typeface="ABeeZee"/>
                <a:cs typeface="ABeeZee"/>
                <a:sym typeface="ABeeZee"/>
              </a:defRPr>
            </a:lvl5pPr>
            <a:lvl6pPr marL="2743200" marR="0" lvl="5" indent="-304800" algn="ctr" rtl="0">
              <a:lnSpc>
                <a:spcPct val="100000"/>
              </a:lnSpc>
              <a:spcBef>
                <a:spcPts val="0"/>
              </a:spcBef>
              <a:spcAft>
                <a:spcPts val="0"/>
              </a:spcAft>
              <a:buClr>
                <a:schemeClr val="dk1"/>
              </a:buClr>
              <a:buSzPts val="1200"/>
              <a:buFont typeface="ABeeZee"/>
              <a:buNone/>
              <a:defRPr sz="1200" b="0" i="0" u="none" strike="noStrike" cap="none">
                <a:solidFill>
                  <a:schemeClr val="dk1"/>
                </a:solidFill>
                <a:latin typeface="ABeeZee"/>
                <a:ea typeface="ABeeZee"/>
                <a:cs typeface="ABeeZee"/>
                <a:sym typeface="ABeeZee"/>
              </a:defRPr>
            </a:lvl6pPr>
            <a:lvl7pPr marL="3200400" marR="0" lvl="6" indent="-304800" algn="ctr" rtl="0">
              <a:lnSpc>
                <a:spcPct val="100000"/>
              </a:lnSpc>
              <a:spcBef>
                <a:spcPts val="0"/>
              </a:spcBef>
              <a:spcAft>
                <a:spcPts val="0"/>
              </a:spcAft>
              <a:buClr>
                <a:schemeClr val="dk1"/>
              </a:buClr>
              <a:buSzPts val="1200"/>
              <a:buFont typeface="ABeeZee"/>
              <a:buNone/>
              <a:defRPr sz="1200" b="0" i="0" u="none" strike="noStrike" cap="none">
                <a:solidFill>
                  <a:schemeClr val="dk1"/>
                </a:solidFill>
                <a:latin typeface="ABeeZee"/>
                <a:ea typeface="ABeeZee"/>
                <a:cs typeface="ABeeZee"/>
                <a:sym typeface="ABeeZee"/>
              </a:defRPr>
            </a:lvl7pPr>
            <a:lvl8pPr marL="3657600" marR="0" lvl="7" indent="-304800" algn="ctr" rtl="0">
              <a:lnSpc>
                <a:spcPct val="100000"/>
              </a:lnSpc>
              <a:spcBef>
                <a:spcPts val="0"/>
              </a:spcBef>
              <a:spcAft>
                <a:spcPts val="0"/>
              </a:spcAft>
              <a:buClr>
                <a:schemeClr val="dk1"/>
              </a:buClr>
              <a:buSzPts val="1200"/>
              <a:buFont typeface="ABeeZee"/>
              <a:buNone/>
              <a:defRPr sz="1200" b="0" i="0" u="none" strike="noStrike" cap="none">
                <a:solidFill>
                  <a:schemeClr val="dk1"/>
                </a:solidFill>
                <a:latin typeface="ABeeZee"/>
                <a:ea typeface="ABeeZee"/>
                <a:cs typeface="ABeeZee"/>
                <a:sym typeface="ABeeZee"/>
              </a:defRPr>
            </a:lvl8pPr>
            <a:lvl9pPr marL="4114800" marR="0" lvl="8" indent="-304800" algn="ctr" rtl="0">
              <a:lnSpc>
                <a:spcPct val="100000"/>
              </a:lnSpc>
              <a:spcBef>
                <a:spcPts val="0"/>
              </a:spcBef>
              <a:spcAft>
                <a:spcPts val="0"/>
              </a:spcAft>
              <a:buClr>
                <a:schemeClr val="dk1"/>
              </a:buClr>
              <a:buSzPts val="1200"/>
              <a:buFont typeface="ABeeZee"/>
              <a:buNone/>
              <a:defRPr sz="1200" b="0" i="0" u="none" strike="noStrike" cap="none">
                <a:solidFill>
                  <a:schemeClr val="dk1"/>
                </a:solidFill>
                <a:latin typeface="ABeeZee"/>
                <a:ea typeface="ABeeZee"/>
                <a:cs typeface="ABeeZee"/>
                <a:sym typeface="ABeeZee"/>
              </a:defRPr>
            </a:lvl9pPr>
          </a:lstStyle>
          <a:p>
            <a:endParaRPr lang="ar-EG" sz="1800" dirty="0"/>
          </a:p>
          <a:p>
            <a:r>
              <a:rPr lang="en-US" sz="1800" dirty="0"/>
              <a:t>Visually impaired individuals face daily challenges in performing simple tasks independently.</a:t>
            </a:r>
            <a:endParaRPr lang="ar-EG" sz="1800" dirty="0"/>
          </a:p>
          <a:p>
            <a:endParaRPr lang="en-US" sz="1800" dirty="0"/>
          </a:p>
          <a:p>
            <a:r>
              <a:rPr lang="en-US" sz="1600" dirty="0"/>
              <a:t>They struggle with:</a:t>
            </a:r>
            <a:endParaRPr lang="ar-EG" sz="1600" dirty="0"/>
          </a:p>
          <a:p>
            <a:endParaRPr lang="en-US" sz="1400" dirty="0"/>
          </a:p>
          <a:p>
            <a:pPr>
              <a:buFont typeface="Arial" panose="020B0604020202020204" pitchFamily="34" charset="0"/>
              <a:buChar char="•"/>
            </a:pPr>
            <a:r>
              <a:rPr lang="en-US" sz="1400" dirty="0"/>
              <a:t>Identifying surrounding objects </a:t>
            </a:r>
          </a:p>
          <a:p>
            <a:pPr>
              <a:buFont typeface="Arial" panose="020B0604020202020204" pitchFamily="34" charset="0"/>
              <a:buChar char="•"/>
            </a:pPr>
            <a:r>
              <a:rPr lang="en-US" sz="1400" dirty="0"/>
              <a:t>Reading written information </a:t>
            </a:r>
          </a:p>
          <a:p>
            <a:pPr>
              <a:buFont typeface="Arial" panose="020B0604020202020204" pitchFamily="34" charset="0"/>
              <a:buChar char="•"/>
            </a:pPr>
            <a:r>
              <a:rPr lang="en-US" sz="1400" dirty="0"/>
              <a:t>Recognizing money </a:t>
            </a:r>
          </a:p>
          <a:p>
            <a:pPr>
              <a:buFont typeface="Arial" panose="020B0604020202020204" pitchFamily="34" charset="0"/>
              <a:buChar char="•"/>
            </a:pPr>
            <a:r>
              <a:rPr lang="en-US" sz="1400" dirty="0"/>
              <a:t>Navigating safely in different environments </a:t>
            </a:r>
            <a:endParaRPr lang="ar-EG" sz="1400" dirty="0"/>
          </a:p>
          <a:p>
            <a:pPr>
              <a:buFont typeface="Arial" panose="020B0604020202020204" pitchFamily="34" charset="0"/>
              <a:buChar char="•"/>
            </a:pPr>
            <a:endParaRPr lang="en-US" sz="1800" dirty="0"/>
          </a:p>
          <a:p>
            <a:endParaRPr lang="ar-EG" sz="1800" dirty="0"/>
          </a:p>
          <a:p>
            <a:r>
              <a:rPr lang="en-US" sz="1800" dirty="0"/>
              <a:t>These challenges limit their independence and increase their reliance on others in everyday life.</a:t>
            </a:r>
          </a:p>
        </p:txBody>
      </p:sp>
      <p:sp>
        <p:nvSpPr>
          <p:cNvPr id="13" name="TextBox 12">
            <a:extLst>
              <a:ext uri="{FF2B5EF4-FFF2-40B4-BE49-F238E27FC236}">
                <a16:creationId xmlns:a16="http://schemas.microsoft.com/office/drawing/2014/main" id="{2946DF3D-BFB1-DE69-C19C-130B8312A1EC}"/>
              </a:ext>
            </a:extLst>
          </p:cNvPr>
          <p:cNvSpPr txBox="1"/>
          <p:nvPr/>
        </p:nvSpPr>
        <p:spPr>
          <a:xfrm>
            <a:off x="1219200" y="203468"/>
            <a:ext cx="4572000" cy="861774"/>
          </a:xfrm>
          <a:prstGeom prst="rect">
            <a:avLst/>
          </a:prstGeom>
          <a:noFill/>
        </p:spPr>
        <p:txBody>
          <a:bodyPr wrap="square">
            <a:spAutoFit/>
          </a:bodyPr>
          <a:lstStyle/>
          <a:p>
            <a:r>
              <a:rPr kumimoji="0" lang="en-US" sz="3600" b="1" i="0" u="none" strike="noStrike" kern="0" cap="none" spc="0" normalizeH="0" baseline="0" noProof="0" dirty="0">
                <a:ln>
                  <a:noFill/>
                </a:ln>
                <a:solidFill>
                  <a:srgbClr val="191919"/>
                </a:solidFill>
                <a:effectLst/>
                <a:uLnTx/>
                <a:uFillTx/>
                <a:latin typeface="ABeeZee"/>
                <a:sym typeface="ABeeZee"/>
              </a:rPr>
              <a:t>Problem Statement</a:t>
            </a:r>
            <a:br>
              <a:rPr kumimoji="0" lang="en-US" sz="3600" b="1" i="0" u="none" strike="noStrike" kern="0" cap="none" spc="0" normalizeH="0" baseline="0" noProof="0" dirty="0">
                <a:ln>
                  <a:noFill/>
                </a:ln>
                <a:solidFill>
                  <a:srgbClr val="191919"/>
                </a:solidFill>
                <a:effectLst/>
                <a:uLnTx/>
                <a:uFillTx/>
                <a:latin typeface="ABeeZee"/>
                <a:sym typeface="ABeeZee"/>
              </a:rPr>
            </a:br>
            <a:endParaRPr lang="en-US" sz="1200" dirty="0"/>
          </a:p>
        </p:txBody>
      </p:sp>
      <p:sp>
        <p:nvSpPr>
          <p:cNvPr id="14" name="TextBox 13">
            <a:extLst>
              <a:ext uri="{FF2B5EF4-FFF2-40B4-BE49-F238E27FC236}">
                <a16:creationId xmlns:a16="http://schemas.microsoft.com/office/drawing/2014/main" id="{667BD1D3-D1D3-AB77-3FF1-405E7B8BD5BA}"/>
              </a:ext>
            </a:extLst>
          </p:cNvPr>
          <p:cNvSpPr txBox="1"/>
          <p:nvPr/>
        </p:nvSpPr>
        <p:spPr>
          <a:xfrm>
            <a:off x="152400" y="203468"/>
            <a:ext cx="1066800" cy="707886"/>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FFFFFF"/>
              </a:buClr>
              <a:buSzPts val="6000"/>
              <a:buFont typeface="ABeeZee"/>
              <a:buNone/>
              <a:tabLst/>
              <a:defRPr/>
            </a:pPr>
            <a:r>
              <a:rPr kumimoji="0" lang="en" sz="4000" b="1" i="0" u="none" strike="noStrike" kern="0" cap="none" spc="0" normalizeH="0" baseline="0" noProof="0" dirty="0">
                <a:ln>
                  <a:noFill/>
                </a:ln>
                <a:solidFill>
                  <a:srgbClr val="67ABBE"/>
                </a:solidFill>
                <a:effectLst/>
                <a:uLnTx/>
                <a:uFillTx/>
                <a:latin typeface="ABeeZee"/>
                <a:sym typeface="ABeeZee"/>
              </a:rPr>
              <a:t>01</a:t>
            </a:r>
          </a:p>
        </p:txBody>
      </p:sp>
      <p:pic>
        <p:nvPicPr>
          <p:cNvPr id="16" name="Picture 15">
            <a:extLst>
              <a:ext uri="{FF2B5EF4-FFF2-40B4-BE49-F238E27FC236}">
                <a16:creationId xmlns:a16="http://schemas.microsoft.com/office/drawing/2014/main" id="{50CF35F7-AA86-CD54-5E50-94B0BC1BA7CD}"/>
              </a:ext>
            </a:extLst>
          </p:cNvPr>
          <p:cNvPicPr>
            <a:picLocks noChangeAspect="1"/>
          </p:cNvPicPr>
          <p:nvPr/>
        </p:nvPicPr>
        <p:blipFill>
          <a:blip r:embed="rId3"/>
          <a:srcRect l="2574"/>
          <a:stretch>
            <a:fillRect/>
          </a:stretch>
        </p:blipFill>
        <p:spPr>
          <a:xfrm>
            <a:off x="8566362" y="0"/>
            <a:ext cx="577638" cy="5143500"/>
          </a:xfrm>
          <a:prstGeom prst="rect">
            <a:avLst/>
          </a:prstGeom>
        </p:spPr>
      </p:pic>
      <p:sp>
        <p:nvSpPr>
          <p:cNvPr id="3" name="TextBox 2">
            <a:extLst>
              <a:ext uri="{FF2B5EF4-FFF2-40B4-BE49-F238E27FC236}">
                <a16:creationId xmlns:a16="http://schemas.microsoft.com/office/drawing/2014/main" id="{32FD3ECD-9075-DA28-50EB-57F78060BCC9}"/>
              </a:ext>
            </a:extLst>
          </p:cNvPr>
          <p:cNvSpPr txBox="1"/>
          <p:nvPr/>
        </p:nvSpPr>
        <p:spPr>
          <a:xfrm>
            <a:off x="4585854" y="2365663"/>
            <a:ext cx="3373582" cy="954107"/>
          </a:xfrm>
          <a:prstGeom prst="rect">
            <a:avLst/>
          </a:prstGeom>
          <a:noFill/>
        </p:spPr>
        <p:txBody>
          <a:bodyPr wrap="square" rtlCol="0">
            <a:spAutoFit/>
          </a:bodyPr>
          <a:lstStyle/>
          <a:p>
            <a:pPr marL="342900" indent="-342900" algn="r" rtl="1">
              <a:buFont typeface="Arial" panose="020B0604020202020204" pitchFamily="34" charset="0"/>
              <a:buChar char="•"/>
            </a:pPr>
            <a:r>
              <a:rPr lang="ar-EG" dirty="0"/>
              <a:t>تحديد الأشياء المحيطة بهم .</a:t>
            </a:r>
          </a:p>
          <a:p>
            <a:pPr marL="342900" indent="-342900" algn="r" rtl="1">
              <a:buFont typeface="Arial" panose="020B0604020202020204" pitchFamily="34" charset="0"/>
              <a:buChar char="•"/>
            </a:pPr>
            <a:r>
              <a:rPr lang="ar-EG" dirty="0"/>
              <a:t>قراءة المعلومات المكتوبة .</a:t>
            </a:r>
          </a:p>
          <a:p>
            <a:pPr marL="342900" indent="-342900" algn="r" rtl="1">
              <a:buFont typeface="Arial" panose="020B0604020202020204" pitchFamily="34" charset="0"/>
              <a:buChar char="•"/>
            </a:pPr>
            <a:r>
              <a:rPr lang="ar-EG" dirty="0"/>
              <a:t>التعرف على النقود .</a:t>
            </a:r>
          </a:p>
          <a:p>
            <a:pPr marL="342900" indent="-342900" algn="r" rtl="1">
              <a:buFont typeface="Arial" panose="020B0604020202020204" pitchFamily="34" charset="0"/>
              <a:buChar char="•"/>
            </a:pPr>
            <a:r>
              <a:rPr lang="ar-EG" dirty="0"/>
              <a:t>التنقل بأمان في بيئات مختلفة .</a:t>
            </a:r>
            <a:endParaRPr lang="en-US" dirty="0"/>
          </a:p>
        </p:txBody>
      </p:sp>
    </p:spTree>
    <p:extLst>
      <p:ext uri="{BB962C8B-B14F-4D97-AF65-F5344CB8AC3E}">
        <p14:creationId xmlns:p14="http://schemas.microsoft.com/office/powerpoint/2010/main" val="39386845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74544DCA-9C59-38CD-FB74-A5524821242E}"/>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06FBEE24-348B-5090-007C-634C13C4DB7A}"/>
              </a:ext>
            </a:extLst>
          </p:cNvPr>
          <p:cNvPicPr>
            <a:picLocks noChangeAspect="1"/>
          </p:cNvPicPr>
          <p:nvPr/>
        </p:nvPicPr>
        <p:blipFill>
          <a:blip r:embed="rId3"/>
          <a:srcRect l="2574"/>
          <a:stretch>
            <a:fillRect/>
          </a:stretch>
        </p:blipFill>
        <p:spPr>
          <a:xfrm>
            <a:off x="4572000" y="0"/>
            <a:ext cx="4567634" cy="5143500"/>
          </a:xfrm>
          <a:prstGeom prst="rect">
            <a:avLst/>
          </a:prstGeom>
        </p:spPr>
      </p:pic>
      <p:sp>
        <p:nvSpPr>
          <p:cNvPr id="14" name="TextBox 13">
            <a:extLst>
              <a:ext uri="{FF2B5EF4-FFF2-40B4-BE49-F238E27FC236}">
                <a16:creationId xmlns:a16="http://schemas.microsoft.com/office/drawing/2014/main" id="{DF6FF04E-DA7A-2964-7E3A-B1BEC1801698}"/>
              </a:ext>
            </a:extLst>
          </p:cNvPr>
          <p:cNvSpPr txBox="1"/>
          <p:nvPr/>
        </p:nvSpPr>
        <p:spPr>
          <a:xfrm>
            <a:off x="152400" y="203468"/>
            <a:ext cx="1066800" cy="707886"/>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FFFFFF"/>
              </a:buClr>
              <a:buSzPts val="6000"/>
              <a:buFont typeface="ABeeZee"/>
              <a:buNone/>
              <a:tabLst/>
              <a:defRPr/>
            </a:pPr>
            <a:r>
              <a:rPr kumimoji="0" lang="en" sz="4000" b="1" i="0" u="none" strike="noStrike" kern="0" cap="none" spc="0" normalizeH="0" baseline="0" noProof="0" dirty="0">
                <a:ln>
                  <a:noFill/>
                </a:ln>
                <a:solidFill>
                  <a:srgbClr val="67ABBE"/>
                </a:solidFill>
                <a:effectLst/>
                <a:uLnTx/>
                <a:uFillTx/>
                <a:latin typeface="ABeeZee"/>
                <a:sym typeface="ABeeZee"/>
              </a:rPr>
              <a:t>02</a:t>
            </a:r>
          </a:p>
        </p:txBody>
      </p:sp>
      <p:sp>
        <p:nvSpPr>
          <p:cNvPr id="20" name="TextBox 19">
            <a:extLst>
              <a:ext uri="{FF2B5EF4-FFF2-40B4-BE49-F238E27FC236}">
                <a16:creationId xmlns:a16="http://schemas.microsoft.com/office/drawing/2014/main" id="{2A0B2559-D5D6-A6FC-8364-32B52F8087FC}"/>
              </a:ext>
            </a:extLst>
          </p:cNvPr>
          <p:cNvSpPr txBox="1"/>
          <p:nvPr/>
        </p:nvSpPr>
        <p:spPr>
          <a:xfrm>
            <a:off x="1219200" y="203468"/>
            <a:ext cx="2438400" cy="646331"/>
          </a:xfrm>
          <a:prstGeom prst="rect">
            <a:avLst/>
          </a:prstGeom>
          <a:noFill/>
        </p:spPr>
        <p:txBody>
          <a:bodyPr wrap="square">
            <a:spAutoFit/>
          </a:bodyPr>
          <a:lstStyle/>
          <a:p>
            <a:r>
              <a:rPr kumimoji="0" lang="en-US" sz="3600" b="1" i="0" u="none" strike="noStrike" kern="0" cap="none" spc="0" normalizeH="0" baseline="0" noProof="0" dirty="0">
                <a:ln>
                  <a:noFill/>
                </a:ln>
                <a:solidFill>
                  <a:srgbClr val="191919"/>
                </a:solidFill>
                <a:effectLst/>
                <a:uLnTx/>
                <a:uFillTx/>
                <a:latin typeface="ABeeZee"/>
                <a:sym typeface="ABeeZee"/>
              </a:rPr>
              <a:t>Objectives</a:t>
            </a:r>
            <a:endParaRPr lang="en-US" sz="1200" dirty="0"/>
          </a:p>
        </p:txBody>
      </p:sp>
      <p:pic>
        <p:nvPicPr>
          <p:cNvPr id="23" name="Picture 22">
            <a:extLst>
              <a:ext uri="{FF2B5EF4-FFF2-40B4-BE49-F238E27FC236}">
                <a16:creationId xmlns:a16="http://schemas.microsoft.com/office/drawing/2014/main" id="{857B6DEB-C0C2-F26D-F2D8-05842D71855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69333" y1="55667" x2="69333" y2="55667"/>
                        <a14:foregroundMark x1="68750" y1="56958" x2="68056" y2="51000"/>
                        <a14:foregroundMark x1="75833" y1="63250" x2="75833" y2="63250"/>
                        <a14:foregroundMark x1="77778" y1="54208" x2="77778" y2="54208"/>
                        <a14:foregroundMark x1="72139" y1="45917" x2="72139" y2="45917"/>
                        <a14:foregroundMark x1="75056" y1="46333" x2="75056" y2="46333"/>
                        <a14:foregroundMark x1="71556" y1="44167" x2="71556" y2="44167"/>
                        <a14:foregroundMark x1="72056" y1="44458" x2="72056" y2="44458"/>
                        <a14:foregroundMark x1="73694" y1="45917" x2="68444" y2="44458"/>
                        <a14:foregroundMark x1="67861" y1="45333" x2="65556" y2="50583"/>
                        <a14:foregroundMark x1="65167" y1="47792" x2="64306" y2="58208"/>
                        <a14:foregroundMark x1="64306" y1="58208" x2="66222" y2="61625"/>
                        <a14:backgroundMark x1="29722" y1="75667" x2="29722" y2="75667"/>
                        <a14:backgroundMark x1="26417" y1="66750" x2="26417" y2="66750"/>
                        <a14:backgroundMark x1="26944" y1="66750" x2="27361" y2="66750"/>
                        <a14:backgroundMark x1="27611" y1="66750" x2="27611" y2="66750"/>
                        <a14:backgroundMark x1="27611" y1="66958" x2="24333" y2="71917"/>
                        <a14:backgroundMark x1="26306" y1="67542" x2="25889" y2="74458"/>
                        <a14:backgroundMark x1="30250" y1="74667" x2="26556" y2="74083"/>
                        <a14:backgroundMark x1="27083" y1="86125" x2="34361" y2="78958"/>
                        <a14:backgroundMark x1="34361" y1="78958" x2="34194" y2="69542"/>
                        <a14:backgroundMark x1="34194" y1="69542" x2="24028" y2="77500"/>
                        <a14:backgroundMark x1="24028" y1="77500" x2="28194" y2="88875"/>
                        <a14:backgroundMark x1="28194" y1="88875" x2="31944" y2="81750"/>
                        <a14:backgroundMark x1="35806" y1="85375" x2="37694" y2="75667"/>
                        <a14:backgroundMark x1="37694" y1="75667" x2="35194" y2="84708"/>
                        <a14:backgroundMark x1="35194" y1="84708" x2="35611" y2="85958"/>
                      </a14:backgroundRemoval>
                    </a14:imgEffect>
                  </a14:imgLayer>
                </a14:imgProps>
              </a:ext>
            </a:extLst>
          </a:blip>
          <a:srcRect l="36292" t="14162" r="37393" b="9304"/>
          <a:stretch>
            <a:fillRect/>
          </a:stretch>
        </p:blipFill>
        <p:spPr>
          <a:xfrm rot="340827">
            <a:off x="5995260" y="514665"/>
            <a:ext cx="2030280" cy="3936570"/>
          </a:xfrm>
          <a:prstGeom prst="rect">
            <a:avLst/>
          </a:prstGeom>
        </p:spPr>
      </p:pic>
      <p:pic>
        <p:nvPicPr>
          <p:cNvPr id="24" name="Picture 23">
            <a:extLst>
              <a:ext uri="{FF2B5EF4-FFF2-40B4-BE49-F238E27FC236}">
                <a16:creationId xmlns:a16="http://schemas.microsoft.com/office/drawing/2014/main" id="{08E192C9-B6E0-635C-90EF-AD59EF938757}"/>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69333" y1="55667" x2="69333" y2="55667"/>
                        <a14:foregroundMark x1="68750" y1="56958" x2="68056" y2="51000"/>
                        <a14:foregroundMark x1="75833" y1="63250" x2="75833" y2="63250"/>
                        <a14:foregroundMark x1="77778" y1="54208" x2="77778" y2="54208"/>
                        <a14:foregroundMark x1="72139" y1="45917" x2="72139" y2="45917"/>
                        <a14:foregroundMark x1="75056" y1="46333" x2="75056" y2="46333"/>
                        <a14:foregroundMark x1="71556" y1="44167" x2="71556" y2="44167"/>
                        <a14:foregroundMark x1="72056" y1="44458" x2="72056" y2="44458"/>
                        <a14:foregroundMark x1="73694" y1="45917" x2="68444" y2="44458"/>
                        <a14:foregroundMark x1="67861" y1="45333" x2="65556" y2="50583"/>
                        <a14:foregroundMark x1="65167" y1="47792" x2="64306" y2="58208"/>
                        <a14:foregroundMark x1="64306" y1="58208" x2="66222" y2="61625"/>
                        <a14:backgroundMark x1="29722" y1="75667" x2="29722" y2="75667"/>
                        <a14:backgroundMark x1="26417" y1="66750" x2="26417" y2="66750"/>
                        <a14:backgroundMark x1="26944" y1="66750" x2="27361" y2="66750"/>
                        <a14:backgroundMark x1="27611" y1="66750" x2="27611" y2="66750"/>
                        <a14:backgroundMark x1="27611" y1="66958" x2="24333" y2="71917"/>
                        <a14:backgroundMark x1="26306" y1="67542" x2="25889" y2="74458"/>
                        <a14:backgroundMark x1="30250" y1="74667" x2="26556" y2="74083"/>
                        <a14:backgroundMark x1="27083" y1="86125" x2="34361" y2="78958"/>
                        <a14:backgroundMark x1="34361" y1="78958" x2="34194" y2="69542"/>
                        <a14:backgroundMark x1="34194" y1="69542" x2="24028" y2="77500"/>
                        <a14:backgroundMark x1="24028" y1="77500" x2="28194" y2="88875"/>
                        <a14:backgroundMark x1="28194" y1="88875" x2="31944" y2="81750"/>
                        <a14:backgroundMark x1="35806" y1="85375" x2="37694" y2="75667"/>
                        <a14:backgroundMark x1="37694" y1="75667" x2="35194" y2="84708"/>
                        <a14:backgroundMark x1="35194" y1="84708" x2="35611" y2="85958"/>
                      </a14:backgroundRemoval>
                    </a14:imgEffect>
                  </a14:imgLayer>
                </a14:imgProps>
              </a:ext>
            </a:extLst>
          </a:blip>
          <a:srcRect l="61837" t="37866" r="16669" b="27633"/>
          <a:stretch>
            <a:fillRect/>
          </a:stretch>
        </p:blipFill>
        <p:spPr>
          <a:xfrm rot="3707151">
            <a:off x="6326580" y="1595671"/>
            <a:ext cx="1658320" cy="1774556"/>
          </a:xfrm>
          <a:prstGeom prst="rect">
            <a:avLst/>
          </a:prstGeom>
        </p:spPr>
      </p:pic>
      <p:sp>
        <p:nvSpPr>
          <p:cNvPr id="4" name="Text Placeholder 3">
            <a:extLst>
              <a:ext uri="{FF2B5EF4-FFF2-40B4-BE49-F238E27FC236}">
                <a16:creationId xmlns:a16="http://schemas.microsoft.com/office/drawing/2014/main" id="{D8B5AFE2-5A28-E915-6E9E-C3C1FB741FE8}"/>
              </a:ext>
            </a:extLst>
          </p:cNvPr>
          <p:cNvSpPr>
            <a:spLocks noGrp="1" noChangeArrowheads="1"/>
          </p:cNvSpPr>
          <p:nvPr>
            <p:ph type="body" idx="1"/>
          </p:nvPr>
        </p:nvSpPr>
        <p:spPr bwMode="auto">
          <a:xfrm>
            <a:off x="0" y="1165269"/>
            <a:ext cx="457200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u="none" strike="noStrike" cap="none" normalizeH="0" baseline="0" dirty="0">
                <a:ln>
                  <a:noFill/>
                </a:ln>
                <a:solidFill>
                  <a:schemeClr val="tx1"/>
                </a:solidFill>
                <a:effectLst/>
                <a:latin typeface="Arial" panose="020B0604020202020204" pitchFamily="34" charset="0"/>
              </a:rPr>
              <a:t>Sanad</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panose="020B0604020202020204" pitchFamily="34" charset="0"/>
              </a:rPr>
              <a:t>aims to empower visually impaired individuals by enhancing their independence and safety.</a:t>
            </a:r>
          </a:p>
        </p:txBody>
      </p:sp>
      <p:sp>
        <p:nvSpPr>
          <p:cNvPr id="5" name="TextBox 4">
            <a:extLst>
              <a:ext uri="{FF2B5EF4-FFF2-40B4-BE49-F238E27FC236}">
                <a16:creationId xmlns:a16="http://schemas.microsoft.com/office/drawing/2014/main" id="{AFF751DF-DFAF-1E39-B0ED-A24FD2F1F1AB}"/>
              </a:ext>
            </a:extLst>
          </p:cNvPr>
          <p:cNvSpPr txBox="1"/>
          <p:nvPr/>
        </p:nvSpPr>
        <p:spPr>
          <a:xfrm>
            <a:off x="0" y="2116282"/>
            <a:ext cx="4516582" cy="1815882"/>
          </a:xfrm>
          <a:prstGeom prst="rect">
            <a:avLst/>
          </a:prstGeom>
          <a:noFill/>
        </p:spPr>
        <p:txBody>
          <a:bodyPr wrap="square" rtlCol="0">
            <a:spAutoFit/>
          </a:bodyPr>
          <a:lstStyle/>
          <a:p>
            <a:pPr algn="r" rtl="1"/>
            <a:r>
              <a:rPr lang="ar-EG" dirty="0"/>
              <a:t>من خلال تطبيق جوال مدعوم بالذكاء الاصطناعي، يقوم بما يلي:</a:t>
            </a:r>
          </a:p>
          <a:p>
            <a:pPr algn="r" rtl="1"/>
            <a:endParaRPr lang="ar-EG" dirty="0"/>
          </a:p>
          <a:p>
            <a:pPr marL="285750" indent="-285750" algn="r" rtl="1">
              <a:buFont typeface="Arial" panose="020B0604020202020204" pitchFamily="34" charset="0"/>
              <a:buChar char="•"/>
            </a:pPr>
            <a:r>
              <a:rPr lang="ar-EG" dirty="0"/>
              <a:t>اكتشاف الأشياء في الوقت الفعلي .</a:t>
            </a:r>
          </a:p>
          <a:p>
            <a:pPr marL="285750" indent="-285750" algn="r" rtl="1">
              <a:buFont typeface="Arial" panose="020B0604020202020204" pitchFamily="34" charset="0"/>
              <a:buChar char="•"/>
            </a:pPr>
            <a:r>
              <a:rPr lang="ar-EG" dirty="0"/>
              <a:t>قراءة النصوص العربية بدقة .</a:t>
            </a:r>
          </a:p>
          <a:p>
            <a:pPr marL="285750" indent="-285750" algn="r" rtl="1">
              <a:buFont typeface="Arial" panose="020B0604020202020204" pitchFamily="34" charset="0"/>
              <a:buChar char="•"/>
            </a:pPr>
            <a:r>
              <a:rPr lang="ar-EG" dirty="0"/>
              <a:t>التعرف على العملة المصرية .</a:t>
            </a:r>
          </a:p>
          <a:p>
            <a:pPr marL="285750" indent="-285750" algn="r" rtl="1">
              <a:buFont typeface="Arial" panose="020B0604020202020204" pitchFamily="34" charset="0"/>
              <a:buChar char="•"/>
            </a:pPr>
            <a:r>
              <a:rPr lang="ar-EG" dirty="0"/>
              <a:t>توفير تفاعل صوتي بسيط .</a:t>
            </a:r>
          </a:p>
          <a:p>
            <a:pPr algn="r" rtl="1"/>
            <a:endParaRPr lang="ar-EG" dirty="0"/>
          </a:p>
          <a:p>
            <a:pPr algn="r" rtl="1"/>
            <a:r>
              <a:rPr lang="ar-EG" dirty="0"/>
              <a:t>تمكين المستخدمين من أداء مهامهم اليومية باستقلالية وثقة.</a:t>
            </a:r>
            <a:endParaRPr lang="en-US" dirty="0"/>
          </a:p>
        </p:txBody>
      </p:sp>
    </p:spTree>
    <p:extLst>
      <p:ext uri="{BB962C8B-B14F-4D97-AF65-F5344CB8AC3E}">
        <p14:creationId xmlns:p14="http://schemas.microsoft.com/office/powerpoint/2010/main" val="34931554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908;p56">
            <a:extLst>
              <a:ext uri="{FF2B5EF4-FFF2-40B4-BE49-F238E27FC236}">
                <a16:creationId xmlns:a16="http://schemas.microsoft.com/office/drawing/2014/main" id="{8AAF0C5D-6E06-34A0-0B9E-280C8D49B3D1}"/>
              </a:ext>
            </a:extLst>
          </p:cNvPr>
          <p:cNvGrpSpPr/>
          <p:nvPr/>
        </p:nvGrpSpPr>
        <p:grpSpPr>
          <a:xfrm rot="688326">
            <a:off x="3066658" y="1131452"/>
            <a:ext cx="3010683" cy="2726767"/>
            <a:chOff x="3179914" y="2889749"/>
            <a:chExt cx="422876" cy="404650"/>
          </a:xfrm>
        </p:grpSpPr>
        <p:sp>
          <p:nvSpPr>
            <p:cNvPr id="3" name="Google Shape;909;p56">
              <a:extLst>
                <a:ext uri="{FF2B5EF4-FFF2-40B4-BE49-F238E27FC236}">
                  <a16:creationId xmlns:a16="http://schemas.microsoft.com/office/drawing/2014/main" id="{7C305A0C-9B60-7867-B2CA-39E47B1E4464}"/>
                </a:ext>
              </a:extLst>
            </p:cNvPr>
            <p:cNvSpPr/>
            <p:nvPr/>
          </p:nvSpPr>
          <p:spPr>
            <a:xfrm>
              <a:off x="3402328" y="2889749"/>
              <a:ext cx="163726" cy="157477"/>
            </a:xfrm>
            <a:custGeom>
              <a:avLst/>
              <a:gdLst/>
              <a:ahLst/>
              <a:cxnLst/>
              <a:rect l="l" t="t" r="r" b="b"/>
              <a:pathLst>
                <a:path w="7519" h="7232" extrusionOk="0">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ln w="28575">
              <a:headEnd type="none" w="sm" len="sm"/>
              <a:tailEnd type="none" w="sm" len="sm"/>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lvl="0" indent="0" algn="ctr" rtl="0">
                <a:spcBef>
                  <a:spcPts val="0"/>
                </a:spcBef>
                <a:spcAft>
                  <a:spcPts val="0"/>
                </a:spcAft>
                <a:buNone/>
              </a:pPr>
              <a:r>
                <a:rPr lang="en-US" sz="2800" b="1" dirty="0"/>
                <a:t>S</a:t>
              </a:r>
              <a:endParaRPr b="1" dirty="0"/>
            </a:p>
          </p:txBody>
        </p:sp>
        <p:sp>
          <p:nvSpPr>
            <p:cNvPr id="4" name="Google Shape;910;p56">
              <a:extLst>
                <a:ext uri="{FF2B5EF4-FFF2-40B4-BE49-F238E27FC236}">
                  <a16:creationId xmlns:a16="http://schemas.microsoft.com/office/drawing/2014/main" id="{95A5D557-FD4B-FF1C-AC4C-DB27E5A85921}"/>
                </a:ext>
              </a:extLst>
            </p:cNvPr>
            <p:cNvSpPr/>
            <p:nvPr/>
          </p:nvSpPr>
          <p:spPr>
            <a:xfrm>
              <a:off x="3467807" y="3000956"/>
              <a:ext cx="134983" cy="191707"/>
            </a:xfrm>
            <a:custGeom>
              <a:avLst/>
              <a:gdLst/>
              <a:ahLst/>
              <a:cxnLst/>
              <a:rect l="l" t="t" r="r" b="b"/>
              <a:pathLst>
                <a:path w="6199" h="8804" extrusionOk="0">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ln w="28575">
              <a:headEnd type="none" w="sm" len="sm"/>
              <a:tailEnd type="none" w="sm" len="sm"/>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lvl="0" indent="0" algn="ctr" rtl="0">
                <a:spcBef>
                  <a:spcPts val="0"/>
                </a:spcBef>
                <a:spcAft>
                  <a:spcPts val="0"/>
                </a:spcAft>
                <a:buNone/>
              </a:pPr>
              <a:r>
                <a:rPr lang="en-US" sz="2400" b="1" dirty="0"/>
                <a:t>M</a:t>
              </a:r>
              <a:endParaRPr b="1" dirty="0"/>
            </a:p>
          </p:txBody>
        </p:sp>
        <p:sp>
          <p:nvSpPr>
            <p:cNvPr id="6" name="Google Shape;912;p56">
              <a:extLst>
                <a:ext uri="{FF2B5EF4-FFF2-40B4-BE49-F238E27FC236}">
                  <a16:creationId xmlns:a16="http://schemas.microsoft.com/office/drawing/2014/main" id="{D8069289-E8D6-2751-61AA-6B76605ECFDB}"/>
                </a:ext>
              </a:extLst>
            </p:cNvPr>
            <p:cNvSpPr/>
            <p:nvPr/>
          </p:nvSpPr>
          <p:spPr>
            <a:xfrm>
              <a:off x="3179914" y="2991462"/>
              <a:ext cx="133960" cy="190205"/>
            </a:xfrm>
            <a:custGeom>
              <a:avLst/>
              <a:gdLst/>
              <a:ahLst/>
              <a:cxnLst/>
              <a:rect l="l" t="t" r="r" b="b"/>
              <a:pathLst>
                <a:path w="6152" h="8735" extrusionOk="0">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ln w="28575">
              <a:headEnd type="none" w="sm" len="sm"/>
              <a:tailEnd type="none" w="sm" len="sm"/>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lvl="0" indent="0" algn="ctr" rtl="0">
                <a:spcBef>
                  <a:spcPts val="0"/>
                </a:spcBef>
                <a:spcAft>
                  <a:spcPts val="0"/>
                </a:spcAft>
                <a:buNone/>
              </a:pPr>
              <a:r>
                <a:rPr lang="en-US" sz="2400" b="1" dirty="0"/>
                <a:t>T</a:t>
              </a:r>
              <a:endParaRPr sz="2400" b="1" dirty="0"/>
            </a:p>
          </p:txBody>
        </p:sp>
        <p:sp>
          <p:nvSpPr>
            <p:cNvPr id="7" name="Google Shape;913;p56">
              <a:extLst>
                <a:ext uri="{FF2B5EF4-FFF2-40B4-BE49-F238E27FC236}">
                  <a16:creationId xmlns:a16="http://schemas.microsoft.com/office/drawing/2014/main" id="{9AB7A1B3-69DA-72C7-C52D-E5532C84072F}"/>
                </a:ext>
              </a:extLst>
            </p:cNvPr>
            <p:cNvSpPr/>
            <p:nvPr/>
          </p:nvSpPr>
          <p:spPr>
            <a:xfrm>
              <a:off x="3215887" y="3136661"/>
              <a:ext cx="162725" cy="157477"/>
            </a:xfrm>
            <a:custGeom>
              <a:avLst/>
              <a:gdLst/>
              <a:ahLst/>
              <a:cxnLst/>
              <a:rect l="l" t="t" r="r" b="b"/>
              <a:pathLst>
                <a:path w="7473" h="7232" extrusionOk="0">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ln w="28575">
              <a:headEnd type="none" w="sm" len="sm"/>
              <a:tailEnd type="none" w="sm" len="sm"/>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lvl="0" indent="0" algn="ctr" rtl="0">
                <a:spcBef>
                  <a:spcPts val="0"/>
                </a:spcBef>
                <a:spcAft>
                  <a:spcPts val="0"/>
                </a:spcAft>
                <a:buNone/>
              </a:pPr>
              <a:r>
                <a:rPr lang="en-US" sz="2400" b="1" dirty="0"/>
                <a:t>R</a:t>
              </a:r>
              <a:endParaRPr b="1" dirty="0"/>
            </a:p>
          </p:txBody>
        </p:sp>
        <p:sp>
          <p:nvSpPr>
            <p:cNvPr id="8" name="Google Shape;914;p56">
              <a:extLst>
                <a:ext uri="{FF2B5EF4-FFF2-40B4-BE49-F238E27FC236}">
                  <a16:creationId xmlns:a16="http://schemas.microsoft.com/office/drawing/2014/main" id="{C07001FC-2AB5-7B86-02B8-CE32864DF48D}"/>
                </a:ext>
              </a:extLst>
            </p:cNvPr>
            <p:cNvSpPr/>
            <p:nvPr/>
          </p:nvSpPr>
          <p:spPr>
            <a:xfrm>
              <a:off x="3359605" y="3146677"/>
              <a:ext cx="200439" cy="147722"/>
            </a:xfrm>
            <a:custGeom>
              <a:avLst/>
              <a:gdLst/>
              <a:ahLst/>
              <a:cxnLst/>
              <a:rect l="l" t="t" r="r" b="b"/>
              <a:pathLst>
                <a:path w="9205" h="6784" extrusionOk="0">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ln w="28575">
              <a:headEnd type="none" w="sm" len="sm"/>
              <a:tailEnd type="none" w="sm" len="sm"/>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lvl="0" indent="0" algn="ctr" rtl="0">
                <a:spcBef>
                  <a:spcPts val="0"/>
                </a:spcBef>
                <a:spcAft>
                  <a:spcPts val="0"/>
                </a:spcAft>
                <a:buNone/>
              </a:pPr>
              <a:r>
                <a:rPr lang="en-US" sz="2800" b="1" dirty="0"/>
                <a:t>A</a:t>
              </a:r>
              <a:endParaRPr b="1" dirty="0"/>
            </a:p>
          </p:txBody>
        </p:sp>
      </p:grpSp>
      <p:sp>
        <p:nvSpPr>
          <p:cNvPr id="11" name="TextBox 10">
            <a:extLst>
              <a:ext uri="{FF2B5EF4-FFF2-40B4-BE49-F238E27FC236}">
                <a16:creationId xmlns:a16="http://schemas.microsoft.com/office/drawing/2014/main" id="{BCBCFBD5-063E-D4AB-BF94-A7BC1E8D0B7B}"/>
              </a:ext>
            </a:extLst>
          </p:cNvPr>
          <p:cNvSpPr txBox="1"/>
          <p:nvPr/>
        </p:nvSpPr>
        <p:spPr>
          <a:xfrm>
            <a:off x="1043650" y="171468"/>
            <a:ext cx="7056699" cy="523220"/>
          </a:xfrm>
          <a:prstGeom prst="rect">
            <a:avLst/>
          </a:prstGeom>
          <a:noFill/>
        </p:spPr>
        <p:txBody>
          <a:bodyPr wrap="square">
            <a:spAutoFit/>
          </a:bodyPr>
          <a:lstStyle/>
          <a:p>
            <a:pPr algn="ctr"/>
            <a:r>
              <a:rPr lang="en-US" sz="2800" b="1" dirty="0">
                <a:solidFill>
                  <a:srgbClr val="67ABBE"/>
                </a:solidFill>
                <a:latin typeface="ABeeZee"/>
                <a:sym typeface="ABeeZee"/>
              </a:rPr>
              <a:t>S.M.A.R.T Project Objectives</a:t>
            </a:r>
            <a:endParaRPr lang="en-US" sz="9600" b="1" dirty="0">
              <a:solidFill>
                <a:srgbClr val="67ABBE"/>
              </a:solidFill>
              <a:latin typeface="ABeeZee"/>
            </a:endParaRPr>
          </a:p>
        </p:txBody>
      </p:sp>
      <p:sp>
        <p:nvSpPr>
          <p:cNvPr id="14" name="TextBox 13">
            <a:extLst>
              <a:ext uri="{FF2B5EF4-FFF2-40B4-BE49-F238E27FC236}">
                <a16:creationId xmlns:a16="http://schemas.microsoft.com/office/drawing/2014/main" id="{D8C30E63-82C5-8CD7-6DB1-D84175A54E5F}"/>
              </a:ext>
            </a:extLst>
          </p:cNvPr>
          <p:cNvSpPr txBox="1"/>
          <p:nvPr/>
        </p:nvSpPr>
        <p:spPr>
          <a:xfrm>
            <a:off x="5936478" y="959896"/>
            <a:ext cx="3065282" cy="954107"/>
          </a:xfrm>
          <a:prstGeom prst="rect">
            <a:avLst/>
          </a:prstGeom>
          <a:noFill/>
        </p:spPr>
        <p:txBody>
          <a:bodyPr wrap="square" rtlCol="0">
            <a:spAutoFit/>
          </a:bodyPr>
          <a:lstStyle/>
          <a:p>
            <a:r>
              <a:rPr lang="en-US" b="1" dirty="0"/>
              <a:t>Specific: </a:t>
            </a:r>
            <a:r>
              <a:rPr lang="en-US" dirty="0"/>
              <a:t>Develop a fully accessible AI-powered app that recognizes objects, text, and currency for visually impaired users.</a:t>
            </a:r>
          </a:p>
        </p:txBody>
      </p:sp>
      <p:sp>
        <p:nvSpPr>
          <p:cNvPr id="15" name="TextBox 14">
            <a:extLst>
              <a:ext uri="{FF2B5EF4-FFF2-40B4-BE49-F238E27FC236}">
                <a16:creationId xmlns:a16="http://schemas.microsoft.com/office/drawing/2014/main" id="{AC39483A-6221-F19E-5764-E329E6243BEC}"/>
              </a:ext>
            </a:extLst>
          </p:cNvPr>
          <p:cNvSpPr txBox="1"/>
          <p:nvPr/>
        </p:nvSpPr>
        <p:spPr>
          <a:xfrm>
            <a:off x="6062113" y="2393547"/>
            <a:ext cx="3029720" cy="1169551"/>
          </a:xfrm>
          <a:prstGeom prst="rect">
            <a:avLst/>
          </a:prstGeom>
          <a:noFill/>
        </p:spPr>
        <p:txBody>
          <a:bodyPr wrap="square" rtlCol="0">
            <a:spAutoFit/>
          </a:bodyPr>
          <a:lstStyle/>
          <a:p>
            <a:r>
              <a:rPr lang="en-US" b="1" dirty="0"/>
              <a:t>Measurable: </a:t>
            </a:r>
            <a:r>
              <a:rPr lang="en-US" dirty="0"/>
              <a:t>Ensure high accuracy: 90% for object detection, </a:t>
            </a:r>
            <a:r>
              <a:rPr lang="ar-EG" dirty="0"/>
              <a:t>95</a:t>
            </a:r>
            <a:r>
              <a:rPr lang="en-US" dirty="0"/>
              <a:t>% for currency recognition, </a:t>
            </a:r>
            <a:r>
              <a:rPr lang="ar-EG" dirty="0"/>
              <a:t>95</a:t>
            </a:r>
            <a:r>
              <a:rPr lang="en-US" dirty="0"/>
              <a:t>% for Arabic text reading, with </a:t>
            </a:r>
            <a:r>
              <a:rPr lang="ar-EG" dirty="0"/>
              <a:t>80</a:t>
            </a:r>
            <a:r>
              <a:rPr lang="en-US" dirty="0"/>
              <a:t>% positive user feedback.”</a:t>
            </a:r>
          </a:p>
        </p:txBody>
      </p:sp>
      <p:sp>
        <p:nvSpPr>
          <p:cNvPr id="16" name="TextBox 15">
            <a:extLst>
              <a:ext uri="{FF2B5EF4-FFF2-40B4-BE49-F238E27FC236}">
                <a16:creationId xmlns:a16="http://schemas.microsoft.com/office/drawing/2014/main" id="{285775A8-532E-35DD-DE77-27F3EFF69641}"/>
              </a:ext>
            </a:extLst>
          </p:cNvPr>
          <p:cNvSpPr txBox="1"/>
          <p:nvPr/>
        </p:nvSpPr>
        <p:spPr>
          <a:xfrm>
            <a:off x="4020551" y="3927533"/>
            <a:ext cx="3556422" cy="954107"/>
          </a:xfrm>
          <a:prstGeom prst="rect">
            <a:avLst/>
          </a:prstGeom>
          <a:noFill/>
        </p:spPr>
        <p:txBody>
          <a:bodyPr wrap="square" rtlCol="0">
            <a:spAutoFit/>
          </a:bodyPr>
          <a:lstStyle/>
          <a:p>
            <a:r>
              <a:rPr lang="en-US" b="1" dirty="0"/>
              <a:t>Achievable: </a:t>
            </a:r>
            <a:r>
              <a:rPr lang="en-US" dirty="0"/>
              <a:t>Implement incrementally: start with core AI functions (object, currency, text), then add voice &amp; gesture navigation with stable system deployment.</a:t>
            </a:r>
          </a:p>
        </p:txBody>
      </p:sp>
      <p:sp>
        <p:nvSpPr>
          <p:cNvPr id="17" name="TextBox 16">
            <a:extLst>
              <a:ext uri="{FF2B5EF4-FFF2-40B4-BE49-F238E27FC236}">
                <a16:creationId xmlns:a16="http://schemas.microsoft.com/office/drawing/2014/main" id="{1958E9F5-0CD5-46E7-4724-8E4EF352A29C}"/>
              </a:ext>
            </a:extLst>
          </p:cNvPr>
          <p:cNvSpPr txBox="1"/>
          <p:nvPr/>
        </p:nvSpPr>
        <p:spPr>
          <a:xfrm>
            <a:off x="227029" y="3331117"/>
            <a:ext cx="3464663" cy="954107"/>
          </a:xfrm>
          <a:prstGeom prst="rect">
            <a:avLst/>
          </a:prstGeom>
          <a:noFill/>
        </p:spPr>
        <p:txBody>
          <a:bodyPr wrap="square" rtlCol="0">
            <a:spAutoFit/>
          </a:bodyPr>
          <a:lstStyle/>
          <a:p>
            <a:r>
              <a:rPr lang="en-US" b="1" dirty="0"/>
              <a:t>Relevant: </a:t>
            </a:r>
            <a:r>
              <a:rPr lang="en-US" dirty="0"/>
              <a:t>Address real needs of visually impaired users in Egypt by enabling independent navigation, text reading, and currency identification in Arabic.</a:t>
            </a:r>
          </a:p>
        </p:txBody>
      </p:sp>
      <p:sp>
        <p:nvSpPr>
          <p:cNvPr id="18" name="TextBox 17">
            <a:extLst>
              <a:ext uri="{FF2B5EF4-FFF2-40B4-BE49-F238E27FC236}">
                <a16:creationId xmlns:a16="http://schemas.microsoft.com/office/drawing/2014/main" id="{70FD8442-0D8C-A926-4273-9A0D16FC4CF9}"/>
              </a:ext>
            </a:extLst>
          </p:cNvPr>
          <p:cNvSpPr txBox="1"/>
          <p:nvPr/>
        </p:nvSpPr>
        <p:spPr>
          <a:xfrm>
            <a:off x="383042" y="1151739"/>
            <a:ext cx="3152638" cy="1169551"/>
          </a:xfrm>
          <a:prstGeom prst="rect">
            <a:avLst/>
          </a:prstGeom>
          <a:noFill/>
        </p:spPr>
        <p:txBody>
          <a:bodyPr wrap="square" rtlCol="0">
            <a:spAutoFit/>
          </a:bodyPr>
          <a:lstStyle/>
          <a:p>
            <a:r>
              <a:rPr lang="en-US" b="1" dirty="0"/>
              <a:t>Time-Constrained: </a:t>
            </a:r>
            <a:r>
              <a:rPr lang="en-US" dirty="0"/>
              <a:t>Complete development in 8 months, with phased delivery: analyze, train AI models, integrate OCR/TTS/STT, refine UI, and deploy Sanad app.</a:t>
            </a:r>
          </a:p>
        </p:txBody>
      </p:sp>
    </p:spTree>
    <p:extLst>
      <p:ext uri="{BB962C8B-B14F-4D97-AF65-F5344CB8AC3E}">
        <p14:creationId xmlns:p14="http://schemas.microsoft.com/office/powerpoint/2010/main" val="1719265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C62002-8BB1-AE2A-60C4-9847AC18F10C}"/>
              </a:ext>
            </a:extLst>
          </p:cNvPr>
          <p:cNvSpPr txBox="1"/>
          <p:nvPr/>
        </p:nvSpPr>
        <p:spPr>
          <a:xfrm>
            <a:off x="540327" y="1039092"/>
            <a:ext cx="7308273" cy="2246769"/>
          </a:xfrm>
          <a:prstGeom prst="rect">
            <a:avLst/>
          </a:prstGeom>
          <a:noFill/>
        </p:spPr>
        <p:txBody>
          <a:bodyPr wrap="square" rtlCol="0">
            <a:spAutoFit/>
          </a:bodyPr>
          <a:lstStyle/>
          <a:p>
            <a:pPr algn="r" rtl="1"/>
            <a:r>
              <a:rPr lang="en-US" dirty="0"/>
              <a:t>💡 </a:t>
            </a:r>
            <a:r>
              <a:rPr lang="ar-EG" dirty="0"/>
              <a:t>يعني إيه </a:t>
            </a:r>
            <a:r>
              <a:rPr lang="en-US" dirty="0"/>
              <a:t>SMART Objectives </a:t>
            </a:r>
            <a:r>
              <a:rPr lang="ar-EG" dirty="0"/>
              <a:t>أصلاً؟ </a:t>
            </a:r>
            <a:endParaRPr lang="en-US" dirty="0"/>
          </a:p>
          <a:p>
            <a:pPr algn="r" rtl="1"/>
            <a:endParaRPr lang="en-US" dirty="0"/>
          </a:p>
          <a:p>
            <a:pPr algn="r" rtl="1"/>
            <a:r>
              <a:rPr lang="en-US" dirty="0"/>
              <a:t>SMART </a:t>
            </a:r>
            <a:r>
              <a:rPr lang="ar-EG" dirty="0"/>
              <a:t>دي طريقة </a:t>
            </a:r>
            <a:r>
              <a:rPr lang="ar-EG" dirty="0" err="1"/>
              <a:t>بنستخدمها</a:t>
            </a:r>
            <a:r>
              <a:rPr lang="ar-EG" dirty="0"/>
              <a:t> </a:t>
            </a:r>
            <a:r>
              <a:rPr lang="ar-EG" dirty="0" err="1"/>
              <a:t>علشان</a:t>
            </a:r>
            <a:r>
              <a:rPr lang="ar-EG" dirty="0"/>
              <a:t> نتأكد إن هدف المشروع </a:t>
            </a:r>
            <a:r>
              <a:rPr lang="ar-EG" b="1" dirty="0"/>
              <a:t>واضح وقابل للتنفيذ</a:t>
            </a:r>
            <a:r>
              <a:rPr lang="ar-EG" dirty="0"/>
              <a:t>، وكل حرف ليه معنى:</a:t>
            </a:r>
            <a:endParaRPr lang="en-US" dirty="0"/>
          </a:p>
          <a:p>
            <a:pPr algn="r" rtl="1"/>
            <a:endParaRPr lang="ar-EG" dirty="0"/>
          </a:p>
          <a:p>
            <a:pPr algn="r" rtl="1">
              <a:buFont typeface="Arial" panose="020B0604020202020204" pitchFamily="34" charset="0"/>
              <a:buChar char="•"/>
            </a:pPr>
            <a:r>
              <a:rPr lang="en-US" b="1" dirty="0"/>
              <a:t>S – Specific</a:t>
            </a:r>
            <a:r>
              <a:rPr lang="en-US" dirty="0"/>
              <a:t> → 	</a:t>
            </a:r>
            <a:r>
              <a:rPr lang="ar-EG" dirty="0"/>
              <a:t>هدف واضح (</a:t>
            </a:r>
            <a:r>
              <a:rPr lang="ar-EG" dirty="0" err="1"/>
              <a:t>هتعمل</a:t>
            </a:r>
            <a:r>
              <a:rPr lang="ar-EG" dirty="0"/>
              <a:t> إيه </a:t>
            </a:r>
            <a:r>
              <a:rPr lang="ar-EG" dirty="0" err="1"/>
              <a:t>بالظبط</a:t>
            </a:r>
            <a:r>
              <a:rPr lang="ar-EG" dirty="0"/>
              <a:t>؟) </a:t>
            </a:r>
          </a:p>
          <a:p>
            <a:pPr algn="r" rtl="1">
              <a:buFont typeface="Arial" panose="020B0604020202020204" pitchFamily="34" charset="0"/>
              <a:buChar char="•"/>
            </a:pPr>
            <a:r>
              <a:rPr lang="en-US" b="1" dirty="0"/>
              <a:t>M – Measurable</a:t>
            </a:r>
            <a:r>
              <a:rPr lang="en-US" dirty="0"/>
              <a:t> → 	</a:t>
            </a:r>
            <a:r>
              <a:rPr lang="ar-EG" dirty="0"/>
              <a:t>ينفع </a:t>
            </a:r>
            <a:r>
              <a:rPr lang="ar-EG" dirty="0" err="1"/>
              <a:t>يتقاس</a:t>
            </a:r>
            <a:r>
              <a:rPr lang="ar-EG" dirty="0"/>
              <a:t> (</a:t>
            </a:r>
            <a:r>
              <a:rPr lang="ar-EG" dirty="0" err="1"/>
              <a:t>هتعرف</a:t>
            </a:r>
            <a:r>
              <a:rPr lang="ar-EG" dirty="0"/>
              <a:t> نجحت ولا </a:t>
            </a:r>
            <a:r>
              <a:rPr lang="ar-EG" dirty="0" err="1"/>
              <a:t>لأ</a:t>
            </a:r>
            <a:r>
              <a:rPr lang="ar-EG" dirty="0"/>
              <a:t> </a:t>
            </a:r>
            <a:r>
              <a:rPr lang="ar-EG" dirty="0" err="1"/>
              <a:t>إزاي</a:t>
            </a:r>
            <a:r>
              <a:rPr lang="ar-EG" dirty="0"/>
              <a:t>؟) </a:t>
            </a:r>
          </a:p>
          <a:p>
            <a:pPr algn="r" rtl="1">
              <a:buFont typeface="Arial" panose="020B0604020202020204" pitchFamily="34" charset="0"/>
              <a:buChar char="•"/>
            </a:pPr>
            <a:r>
              <a:rPr lang="en-US" b="1" dirty="0"/>
              <a:t>A – Achievable</a:t>
            </a:r>
            <a:r>
              <a:rPr lang="en-US" dirty="0"/>
              <a:t> → 	</a:t>
            </a:r>
            <a:r>
              <a:rPr lang="ar-EG" dirty="0"/>
              <a:t>قابل للتنفيذ (مش خيال) </a:t>
            </a:r>
          </a:p>
          <a:p>
            <a:pPr algn="r" rtl="1">
              <a:buFont typeface="Arial" panose="020B0604020202020204" pitchFamily="34" charset="0"/>
              <a:buChar char="•"/>
            </a:pPr>
            <a:r>
              <a:rPr lang="en-US" b="1" dirty="0"/>
              <a:t>R – Relevant</a:t>
            </a:r>
            <a:r>
              <a:rPr lang="en-US" dirty="0"/>
              <a:t> → 	</a:t>
            </a:r>
            <a:r>
              <a:rPr lang="ar-EG" dirty="0"/>
              <a:t>ليه لازمة (</a:t>
            </a:r>
            <a:r>
              <a:rPr lang="ar-EG" dirty="0" err="1"/>
              <a:t>بيحل</a:t>
            </a:r>
            <a:r>
              <a:rPr lang="ar-EG" dirty="0"/>
              <a:t> مشكلة حقيقية) </a:t>
            </a:r>
          </a:p>
          <a:p>
            <a:pPr algn="r" rtl="1">
              <a:buFont typeface="Arial" panose="020B0604020202020204" pitchFamily="34" charset="0"/>
              <a:buChar char="•"/>
            </a:pPr>
            <a:r>
              <a:rPr lang="en-US" b="1" dirty="0"/>
              <a:t>T – Time-bound</a:t>
            </a:r>
            <a:r>
              <a:rPr lang="en-US" dirty="0"/>
              <a:t> → 	</a:t>
            </a:r>
            <a:r>
              <a:rPr lang="ar-EG" dirty="0"/>
              <a:t>له وقت محدد</a:t>
            </a:r>
          </a:p>
          <a:p>
            <a:pPr algn="r" rtl="1"/>
            <a:endParaRPr lang="en-US" dirty="0"/>
          </a:p>
        </p:txBody>
      </p:sp>
    </p:spTree>
    <p:extLst>
      <p:ext uri="{BB962C8B-B14F-4D97-AF65-F5344CB8AC3E}">
        <p14:creationId xmlns:p14="http://schemas.microsoft.com/office/powerpoint/2010/main" val="3667630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B7ED30D2-92DD-98DD-E75C-3D2D901E1EF4}"/>
            </a:ext>
          </a:extLst>
        </p:cNvPr>
        <p:cNvGrpSpPr/>
        <p:nvPr/>
      </p:nvGrpSpPr>
      <p:grpSpPr>
        <a:xfrm>
          <a:off x="0" y="0"/>
          <a:ext cx="0" cy="0"/>
          <a:chOff x="0" y="0"/>
          <a:chExt cx="0" cy="0"/>
        </a:xfrm>
      </p:grpSpPr>
      <p:pic>
        <p:nvPicPr>
          <p:cNvPr id="9" name="Picture 4" descr="Be My Eyes - My Eyes App Logo Png,Youtube Icon 140x140 - free ...">
            <a:extLst>
              <a:ext uri="{FF2B5EF4-FFF2-40B4-BE49-F238E27FC236}">
                <a16:creationId xmlns:a16="http://schemas.microsoft.com/office/drawing/2014/main" id="{FD08127F-9D77-79A1-0B49-E798D58F31A8}"/>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9126" r="46667"/>
          <a:stretch>
            <a:fillRect/>
          </a:stretch>
        </p:blipFill>
        <p:spPr bwMode="auto">
          <a:xfrm>
            <a:off x="5093509" y="3225572"/>
            <a:ext cx="1048023" cy="97198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A54CF1AC-5D33-210A-927E-07C9705EF40C}"/>
              </a:ext>
            </a:extLst>
          </p:cNvPr>
          <p:cNvSpPr txBox="1"/>
          <p:nvPr/>
        </p:nvSpPr>
        <p:spPr>
          <a:xfrm>
            <a:off x="103909" y="1300150"/>
            <a:ext cx="1066800" cy="707886"/>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FFFFFF"/>
              </a:buClr>
              <a:buSzPts val="6000"/>
              <a:buFont typeface="ABeeZee"/>
              <a:buNone/>
              <a:tabLst/>
              <a:defRPr/>
            </a:pPr>
            <a:r>
              <a:rPr kumimoji="0" lang="en" sz="4000" b="1" i="0" u="none" strike="noStrike" kern="0" cap="none" spc="0" normalizeH="0" baseline="0" noProof="0" dirty="0">
                <a:ln>
                  <a:noFill/>
                </a:ln>
                <a:solidFill>
                  <a:srgbClr val="67ABBE"/>
                </a:solidFill>
                <a:effectLst/>
                <a:uLnTx/>
                <a:uFillTx/>
                <a:latin typeface="ABeeZee"/>
                <a:sym typeface="ABeeZee"/>
              </a:rPr>
              <a:t>03</a:t>
            </a:r>
          </a:p>
        </p:txBody>
      </p:sp>
      <p:sp>
        <p:nvSpPr>
          <p:cNvPr id="20" name="TextBox 19">
            <a:extLst>
              <a:ext uri="{FF2B5EF4-FFF2-40B4-BE49-F238E27FC236}">
                <a16:creationId xmlns:a16="http://schemas.microsoft.com/office/drawing/2014/main" id="{2C6D9A53-6E14-8EB4-30DE-2D4CA496F774}"/>
              </a:ext>
            </a:extLst>
          </p:cNvPr>
          <p:cNvSpPr txBox="1"/>
          <p:nvPr/>
        </p:nvSpPr>
        <p:spPr>
          <a:xfrm>
            <a:off x="1170709" y="1300150"/>
            <a:ext cx="3159760" cy="646331"/>
          </a:xfrm>
          <a:prstGeom prst="rect">
            <a:avLst/>
          </a:prstGeom>
          <a:noFill/>
        </p:spPr>
        <p:txBody>
          <a:bodyPr wrap="square">
            <a:spAutoFit/>
          </a:bodyPr>
          <a:lstStyle/>
          <a:p>
            <a:r>
              <a:rPr kumimoji="0" lang="en-US" sz="3600" b="1" i="0" u="none" strike="noStrike" kern="0" cap="none" spc="0" normalizeH="0" baseline="0" noProof="0" dirty="0">
                <a:ln>
                  <a:noFill/>
                </a:ln>
                <a:solidFill>
                  <a:srgbClr val="191919"/>
                </a:solidFill>
                <a:effectLst/>
                <a:uLnTx/>
                <a:uFillTx/>
                <a:latin typeface="ABeeZee"/>
                <a:sym typeface="ABeeZee"/>
              </a:rPr>
              <a:t>Related Work</a:t>
            </a:r>
            <a:endParaRPr lang="en-US" sz="1200" dirty="0"/>
          </a:p>
        </p:txBody>
      </p:sp>
      <p:sp>
        <p:nvSpPr>
          <p:cNvPr id="3" name="Text Placeholder 2">
            <a:extLst>
              <a:ext uri="{FF2B5EF4-FFF2-40B4-BE49-F238E27FC236}">
                <a16:creationId xmlns:a16="http://schemas.microsoft.com/office/drawing/2014/main" id="{FC4F4E02-9EDD-A224-B8A5-ABDA8F17A40B}"/>
              </a:ext>
            </a:extLst>
          </p:cNvPr>
          <p:cNvSpPr>
            <a:spLocks noGrp="1" noChangeArrowheads="1"/>
          </p:cNvSpPr>
          <p:nvPr>
            <p:ph type="body" idx="1"/>
          </p:nvPr>
        </p:nvSpPr>
        <p:spPr bwMode="auto">
          <a:xfrm>
            <a:off x="307718" y="2762323"/>
            <a:ext cx="402275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39700" indent="0">
              <a:buNone/>
            </a:pPr>
            <a:r>
              <a:rPr lang="en" sz="1800" dirty="0">
                <a:solidFill>
                  <a:srgbClr val="67ABBE"/>
                </a:solidFill>
                <a:latin typeface="ABeeZee"/>
                <a:sym typeface="ABeeZee"/>
              </a:rPr>
              <a:t>3.</a:t>
            </a:r>
            <a:r>
              <a:rPr lang="en-US" sz="1800" dirty="0">
                <a:solidFill>
                  <a:srgbClr val="67ABBE"/>
                </a:solidFill>
              </a:rPr>
              <a:t>1</a:t>
            </a:r>
            <a:r>
              <a:rPr lang="en" sz="1800" dirty="0">
                <a:solidFill>
                  <a:srgbClr val="67ABBE"/>
                </a:solidFill>
              </a:rPr>
              <a:t>  </a:t>
            </a:r>
            <a:r>
              <a:rPr kumimoji="0" lang="en-US" sz="1800" i="0" u="none" strike="noStrike" kern="0" cap="none" spc="0" normalizeH="0" baseline="0" noProof="0" dirty="0">
                <a:ln>
                  <a:noFill/>
                </a:ln>
                <a:solidFill>
                  <a:srgbClr val="191919"/>
                </a:solidFill>
                <a:effectLst/>
                <a:uLnTx/>
                <a:uFillTx/>
                <a:latin typeface="ABeeZee"/>
                <a:sym typeface="ABeeZee"/>
              </a:rPr>
              <a:t>Seeing AI</a:t>
            </a:r>
          </a:p>
          <a:p>
            <a:pPr marL="139700" indent="0">
              <a:buNone/>
            </a:pPr>
            <a:r>
              <a:rPr lang="en" sz="1800" dirty="0">
                <a:solidFill>
                  <a:srgbClr val="67ABBE"/>
                </a:solidFill>
                <a:latin typeface="ABeeZee"/>
                <a:sym typeface="ABeeZee"/>
              </a:rPr>
              <a:t>3.</a:t>
            </a:r>
            <a:r>
              <a:rPr lang="en-US" sz="1800" dirty="0">
                <a:solidFill>
                  <a:srgbClr val="67ABBE"/>
                </a:solidFill>
              </a:rPr>
              <a:t>2 </a:t>
            </a:r>
            <a:r>
              <a:rPr lang="en" sz="1800" dirty="0">
                <a:solidFill>
                  <a:srgbClr val="67ABBE"/>
                </a:solidFill>
              </a:rPr>
              <a:t> </a:t>
            </a:r>
            <a:r>
              <a:rPr kumimoji="0" lang="en-US" sz="1800" i="0" u="none" strike="noStrike" kern="0" cap="none" spc="0" normalizeH="0" baseline="0" noProof="0" dirty="0">
                <a:ln>
                  <a:noFill/>
                </a:ln>
                <a:solidFill>
                  <a:srgbClr val="191919"/>
                </a:solidFill>
                <a:effectLst/>
                <a:uLnTx/>
                <a:uFillTx/>
                <a:latin typeface="ABeeZee"/>
                <a:sym typeface="ABeeZee"/>
              </a:rPr>
              <a:t>Be My Eyes</a:t>
            </a:r>
          </a:p>
          <a:p>
            <a:pPr marL="139700" indent="0">
              <a:buNone/>
            </a:pPr>
            <a:r>
              <a:rPr lang="en" sz="1800" dirty="0">
                <a:solidFill>
                  <a:srgbClr val="67ABBE"/>
                </a:solidFill>
                <a:latin typeface="ABeeZee"/>
                <a:sym typeface="ABeeZee"/>
              </a:rPr>
              <a:t>3.</a:t>
            </a:r>
            <a:r>
              <a:rPr lang="ar-EG" sz="1800" dirty="0">
                <a:solidFill>
                  <a:srgbClr val="67ABBE"/>
                </a:solidFill>
                <a:latin typeface="ABeeZee"/>
                <a:sym typeface="ABeeZee"/>
              </a:rPr>
              <a:t>3</a:t>
            </a:r>
            <a:r>
              <a:rPr lang="en" sz="1800" dirty="0">
                <a:solidFill>
                  <a:srgbClr val="67ABBE"/>
                </a:solidFill>
              </a:rPr>
              <a:t>  </a:t>
            </a:r>
            <a:r>
              <a:rPr kumimoji="0" lang="en-US" sz="1800" i="0" u="none" strike="noStrike" kern="0" cap="none" spc="0" normalizeH="0" baseline="0" noProof="0" dirty="0">
                <a:ln>
                  <a:noFill/>
                </a:ln>
                <a:solidFill>
                  <a:srgbClr val="191919"/>
                </a:solidFill>
                <a:effectLst/>
                <a:uLnTx/>
                <a:uFillTx/>
                <a:latin typeface="ABeeZee"/>
                <a:sym typeface="ABeeZee"/>
              </a:rPr>
              <a:t>Envision AI</a:t>
            </a:r>
            <a:endParaRPr lang="en-US" sz="1800" dirty="0"/>
          </a:p>
          <a:p>
            <a:pPr marL="139700" indent="0">
              <a:buNone/>
            </a:pPr>
            <a:endParaRPr lang="en-US" sz="1800" dirty="0"/>
          </a:p>
          <a:p>
            <a:pPr marL="139700" indent="0">
              <a:buNone/>
            </a:pPr>
            <a:endParaRPr lang="en-US" sz="1800" dirty="0"/>
          </a:p>
          <a:p>
            <a:pPr marL="139700" indent="0">
              <a:buNone/>
            </a:pPr>
            <a:endParaRPr lang="en-US" sz="1800" dirty="0"/>
          </a:p>
        </p:txBody>
      </p:sp>
      <p:pic>
        <p:nvPicPr>
          <p:cNvPr id="2050" name="Picture 2">
            <a:extLst>
              <a:ext uri="{FF2B5EF4-FFF2-40B4-BE49-F238E27FC236}">
                <a16:creationId xmlns:a16="http://schemas.microsoft.com/office/drawing/2014/main" id="{71F620C5-B44E-057F-06A1-336C4529FE86}"/>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10000" b="90000" l="10000" r="90000">
                        <a14:foregroundMark x1="52441" y1="33398" x2="52441" y2="33398"/>
                        <a14:foregroundMark x1="62207" y1="65625" x2="62207" y2="65625"/>
                        <a14:foregroundMark x1="47363" y1="37598" x2="47363" y2="37598"/>
                        <a14:foregroundMark x1="47363" y1="30371" x2="47363" y2="30371"/>
                        <a14:foregroundMark x1="52051" y1="62695" x2="52051" y2="62695"/>
                        <a14:foregroundMark x1="52051" y1="69824" x2="52051" y2="69824"/>
                        <a14:foregroundMark x1="52441" y1="30859" x2="49512" y2="27051"/>
                        <a14:foregroundMark x1="52930" y1="25684" x2="32227" y2="44922"/>
                        <a14:foregroundMark x1="32227" y1="44922" x2="42090" y2="69238"/>
                        <a14:foregroundMark x1="42090" y1="69238" x2="65039" y2="63770"/>
                        <a14:foregroundMark x1="65039" y1="63770" x2="63770" y2="44336"/>
                        <a14:foregroundMark x1="63770" y1="44336" x2="53711" y2="27832"/>
                        <a14:foregroundMark x1="53711" y1="27832" x2="52930" y2="27832"/>
                      </a14:backgroundRemoval>
                    </a14:imgEffect>
                  </a14:imgLayer>
                </a14:imgProps>
              </a:ext>
              <a:ext uri="{28A0092B-C50C-407E-A947-70E740481C1C}">
                <a14:useLocalDpi xmlns:a14="http://schemas.microsoft.com/office/drawing/2010/main" val="0"/>
              </a:ext>
            </a:extLst>
          </a:blip>
          <a:srcRect/>
          <a:stretch>
            <a:fillRect/>
          </a:stretch>
        </p:blipFill>
        <p:spPr bwMode="auto">
          <a:xfrm>
            <a:off x="6308119" y="3032410"/>
            <a:ext cx="1325736" cy="132573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Envision AI on the App Store">
            <a:extLst>
              <a:ext uri="{FF2B5EF4-FFF2-40B4-BE49-F238E27FC236}">
                <a16:creationId xmlns:a16="http://schemas.microsoft.com/office/drawing/2014/main" id="{8D289AB2-301B-F6CD-336C-C710F7DA6524}"/>
              </a:ext>
            </a:extLst>
          </p:cNvPr>
          <p:cNvPicPr>
            <a:picLocks noChangeAspect="1" noChangeArrowheads="1"/>
          </p:cNvPicPr>
          <p:nvPr/>
        </p:nvPicPr>
        <p:blipFill rotWithShape="1">
          <a:blip r:embed="rId7">
            <a:extLst>
              <a:ext uri="{BEBA8EAE-BF5A-486C-A8C5-ECC9F3942E4B}">
                <a14:imgProps xmlns:a14="http://schemas.microsoft.com/office/drawing/2010/main">
                  <a14:imgLayer r:embed="rId8">
                    <a14:imgEffect>
                      <a14:backgroundRemoval t="10000" b="90000" l="10000" r="90000">
                        <a14:foregroundMark x1="49917" y1="27619" x2="49917" y2="27619"/>
                        <a14:foregroundMark x1="50083" y1="38095" x2="50083" y2="38095"/>
                        <a14:foregroundMark x1="51000" y1="48730" x2="51000" y2="48730"/>
                        <a14:foregroundMark x1="49417" y1="50794" x2="49917" y2="48889"/>
                        <a14:foregroundMark x1="44417" y1="38413" x2="44417" y2="38413"/>
                        <a14:foregroundMark x1="37417" y1="49841" x2="37417" y2="49841"/>
                        <a14:foregroundMark x1="44333" y1="62698" x2="44333" y2="62698"/>
                        <a14:foregroundMark x1="50333" y1="74603" x2="50333" y2="74603"/>
                        <a14:foregroundMark x1="56083" y1="62698" x2="56083" y2="62698"/>
                        <a14:foregroundMark x1="63083" y1="51111" x2="63083" y2="51111"/>
                        <a14:foregroundMark x1="56417" y1="39048" x2="56417" y2="39048"/>
                        <a14:foregroundMark x1="55083" y1="51270" x2="56333" y2="53175"/>
                      </a14:backgroundRemoval>
                    </a14:imgEffect>
                  </a14:imgLayer>
                </a14:imgProps>
              </a:ext>
              <a:ext uri="{28A0092B-C50C-407E-A947-70E740481C1C}">
                <a14:useLocalDpi xmlns:a14="http://schemas.microsoft.com/office/drawing/2010/main" val="0"/>
              </a:ext>
            </a:extLst>
          </a:blip>
          <a:srcRect l="30293" t="14798" r="29222" b="15234"/>
          <a:stretch>
            <a:fillRect/>
          </a:stretch>
        </p:blipFill>
        <p:spPr bwMode="auto">
          <a:xfrm>
            <a:off x="7949207" y="3291472"/>
            <a:ext cx="767120" cy="6960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logo with hands and a bird&#10;&#10;AI-generated content may be incorrect.">
            <a:extLst>
              <a:ext uri="{FF2B5EF4-FFF2-40B4-BE49-F238E27FC236}">
                <a16:creationId xmlns:a16="http://schemas.microsoft.com/office/drawing/2014/main" id="{CBEEC2D1-92A6-5F5A-6E55-B8BBD9E250BE}"/>
              </a:ext>
            </a:extLst>
          </p:cNvPr>
          <p:cNvPicPr>
            <a:picLocks noChangeAspect="1"/>
          </p:cNvPicPr>
          <p:nvPr/>
        </p:nvPicPr>
        <p:blipFill>
          <a:blip r:embed="rId9"/>
          <a:stretch>
            <a:fillRect/>
          </a:stretch>
        </p:blipFill>
        <p:spPr>
          <a:xfrm>
            <a:off x="6047462" y="440288"/>
            <a:ext cx="1847050" cy="147764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42083382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7">
          <a:extLst>
            <a:ext uri="{FF2B5EF4-FFF2-40B4-BE49-F238E27FC236}">
              <a16:creationId xmlns:a16="http://schemas.microsoft.com/office/drawing/2014/main" id="{8C82DBDF-D1AC-D81B-3431-89371A7F5511}"/>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2D787A83-465D-23FC-628A-8AE4EDA5E4F6}"/>
              </a:ext>
            </a:extLst>
          </p:cNvPr>
          <p:cNvGrpSpPr/>
          <p:nvPr/>
        </p:nvGrpSpPr>
        <p:grpSpPr>
          <a:xfrm>
            <a:off x="188539" y="388431"/>
            <a:ext cx="8367485" cy="4366638"/>
            <a:chOff x="142240" y="467806"/>
            <a:chExt cx="8367485" cy="4366638"/>
          </a:xfrm>
        </p:grpSpPr>
        <p:pic>
          <p:nvPicPr>
            <p:cNvPr id="3" name="Picture 2">
              <a:extLst>
                <a:ext uri="{FF2B5EF4-FFF2-40B4-BE49-F238E27FC236}">
                  <a16:creationId xmlns:a16="http://schemas.microsoft.com/office/drawing/2014/main" id="{4C8D0C76-6410-7CBC-9D12-E845D5421A80}"/>
                </a:ext>
              </a:extLst>
            </p:cNvPr>
            <p:cNvPicPr>
              <a:picLocks noChangeAspect="1"/>
            </p:cNvPicPr>
            <p:nvPr/>
          </p:nvPicPr>
          <p:blipFill>
            <a:blip r:embed="rId3"/>
            <a:stretch>
              <a:fillRect/>
            </a:stretch>
          </p:blipFill>
          <p:spPr>
            <a:xfrm>
              <a:off x="142240" y="467806"/>
              <a:ext cx="8367485" cy="4366638"/>
            </a:xfrm>
            <a:prstGeom prst="rect">
              <a:avLst/>
            </a:prstGeom>
          </p:spPr>
        </p:pic>
        <p:pic>
          <p:nvPicPr>
            <p:cNvPr id="8" name="Picture 7">
              <a:extLst>
                <a:ext uri="{FF2B5EF4-FFF2-40B4-BE49-F238E27FC236}">
                  <a16:creationId xmlns:a16="http://schemas.microsoft.com/office/drawing/2014/main" id="{E5D17D3E-D546-6317-05BE-D58D68AE9D9A}"/>
                </a:ext>
              </a:extLst>
            </p:cNvPr>
            <p:cNvPicPr>
              <a:picLocks noChangeAspect="1"/>
            </p:cNvPicPr>
            <p:nvPr/>
          </p:nvPicPr>
          <p:blipFill>
            <a:blip r:embed="rId4"/>
            <a:srcRect l="75410" t="67431" b="20683"/>
            <a:stretch>
              <a:fillRect/>
            </a:stretch>
          </p:blipFill>
          <p:spPr>
            <a:xfrm>
              <a:off x="6270172" y="3395715"/>
              <a:ext cx="1897254" cy="611344"/>
            </a:xfrm>
            <a:prstGeom prst="rect">
              <a:avLst/>
            </a:prstGeom>
          </p:spPr>
        </p:pic>
        <p:pic>
          <p:nvPicPr>
            <p:cNvPr id="9" name="Picture 8">
              <a:extLst>
                <a:ext uri="{FF2B5EF4-FFF2-40B4-BE49-F238E27FC236}">
                  <a16:creationId xmlns:a16="http://schemas.microsoft.com/office/drawing/2014/main" id="{7E52E1E5-517E-0815-C5A4-28A86D7CC121}"/>
                </a:ext>
              </a:extLst>
            </p:cNvPr>
            <p:cNvPicPr>
              <a:picLocks noChangeAspect="1"/>
            </p:cNvPicPr>
            <p:nvPr/>
          </p:nvPicPr>
          <p:blipFill>
            <a:blip r:embed="rId4"/>
            <a:srcRect l="25754" t="56231" r="30615" b="34587"/>
            <a:stretch>
              <a:fillRect/>
            </a:stretch>
          </p:blipFill>
          <p:spPr>
            <a:xfrm>
              <a:off x="2683076" y="3305907"/>
              <a:ext cx="3094726" cy="472273"/>
            </a:xfrm>
            <a:prstGeom prst="rect">
              <a:avLst/>
            </a:prstGeom>
          </p:spPr>
        </p:pic>
      </p:grpSp>
    </p:spTree>
    <p:extLst>
      <p:ext uri="{BB962C8B-B14F-4D97-AF65-F5344CB8AC3E}">
        <p14:creationId xmlns:p14="http://schemas.microsoft.com/office/powerpoint/2010/main" val="6608369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02917FFB-C25D-1229-AF00-95BF34C4C98B}"/>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5916215D-E4CE-5AF6-C199-839AE0B3FD39}"/>
              </a:ext>
            </a:extLst>
          </p:cNvPr>
          <p:cNvSpPr txBox="1"/>
          <p:nvPr/>
        </p:nvSpPr>
        <p:spPr>
          <a:xfrm>
            <a:off x="152400" y="165368"/>
            <a:ext cx="1066800" cy="707886"/>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FFFFFF"/>
              </a:buClr>
              <a:buSzPts val="6000"/>
              <a:buFont typeface="ABeeZee"/>
              <a:buNone/>
              <a:tabLst/>
              <a:defRPr/>
            </a:pPr>
            <a:r>
              <a:rPr kumimoji="0" lang="en" sz="4000" b="1" i="0" u="none" strike="noStrike" kern="0" cap="none" spc="0" normalizeH="0" baseline="0" noProof="0" dirty="0">
                <a:ln>
                  <a:noFill/>
                </a:ln>
                <a:solidFill>
                  <a:srgbClr val="67ABBE"/>
                </a:solidFill>
                <a:effectLst/>
                <a:uLnTx/>
                <a:uFillTx/>
                <a:latin typeface="ABeeZee"/>
                <a:sym typeface="ABeeZee"/>
              </a:rPr>
              <a:t>04</a:t>
            </a:r>
          </a:p>
        </p:txBody>
      </p:sp>
      <p:sp>
        <p:nvSpPr>
          <p:cNvPr id="20" name="TextBox 19">
            <a:extLst>
              <a:ext uri="{FF2B5EF4-FFF2-40B4-BE49-F238E27FC236}">
                <a16:creationId xmlns:a16="http://schemas.microsoft.com/office/drawing/2014/main" id="{80C9C5D4-7A3E-889D-D53B-95911C61D171}"/>
              </a:ext>
            </a:extLst>
          </p:cNvPr>
          <p:cNvSpPr txBox="1"/>
          <p:nvPr/>
        </p:nvSpPr>
        <p:spPr>
          <a:xfrm>
            <a:off x="1219200" y="203468"/>
            <a:ext cx="4572000" cy="646331"/>
          </a:xfrm>
          <a:prstGeom prst="rect">
            <a:avLst/>
          </a:prstGeom>
          <a:noFill/>
        </p:spPr>
        <p:txBody>
          <a:bodyPr wrap="square">
            <a:spAutoFit/>
          </a:bodyPr>
          <a:lstStyle/>
          <a:p>
            <a:r>
              <a:rPr kumimoji="0" lang="en-US" sz="3600" b="1" i="0" u="none" strike="noStrike" kern="0" cap="none" spc="0" normalizeH="0" baseline="0" noProof="0" dirty="0">
                <a:ln>
                  <a:noFill/>
                </a:ln>
                <a:solidFill>
                  <a:srgbClr val="191919"/>
                </a:solidFill>
                <a:effectLst/>
                <a:uLnTx/>
                <a:uFillTx/>
                <a:latin typeface="ABeeZee"/>
                <a:sym typeface="ABeeZee"/>
              </a:rPr>
              <a:t>Features</a:t>
            </a:r>
            <a:endParaRPr lang="en-US" sz="1200" dirty="0"/>
          </a:p>
        </p:txBody>
      </p:sp>
      <p:sp>
        <p:nvSpPr>
          <p:cNvPr id="3" name="Text Placeholder 2">
            <a:extLst>
              <a:ext uri="{FF2B5EF4-FFF2-40B4-BE49-F238E27FC236}">
                <a16:creationId xmlns:a16="http://schemas.microsoft.com/office/drawing/2014/main" id="{2852C02A-4B54-3A38-4928-496FDEC89987}"/>
              </a:ext>
            </a:extLst>
          </p:cNvPr>
          <p:cNvSpPr>
            <a:spLocks noGrp="1" noChangeArrowheads="1"/>
          </p:cNvSpPr>
          <p:nvPr>
            <p:ph type="body" idx="1"/>
          </p:nvPr>
        </p:nvSpPr>
        <p:spPr bwMode="auto">
          <a:xfrm>
            <a:off x="498449" y="757466"/>
            <a:ext cx="4073551"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ClrTx/>
              <a:buSzTx/>
            </a:pPr>
            <a:endParaRPr kumimoji="0" lang="ar-EG" altLang="en-US" sz="2000" i="0" u="none" strike="noStrike" cap="none" normalizeH="0" baseline="0" dirty="0">
              <a:ln>
                <a:noFill/>
              </a:ln>
              <a:solidFill>
                <a:schemeClr val="tx1"/>
              </a:solidFill>
              <a:effectLst/>
              <a:latin typeface="ABeeZee" panose="020B0604020202020204" charset="0"/>
            </a:endParaRPr>
          </a:p>
          <a:p>
            <a:pPr marL="285750" indent="-285750" eaLnBrk="0" fontAlgn="base" hangingPunct="0">
              <a:spcBef>
                <a:spcPct val="0"/>
              </a:spcBef>
              <a:spcAft>
                <a:spcPct val="0"/>
              </a:spcAft>
              <a:buClrTx/>
              <a:buSzTx/>
            </a:pPr>
            <a:r>
              <a:rPr kumimoji="0" lang="en-US" altLang="en-US" sz="2000" i="0" u="none" strike="noStrike" cap="none" normalizeH="0" baseline="0" dirty="0">
                <a:ln>
                  <a:noFill/>
                </a:ln>
                <a:solidFill>
                  <a:schemeClr val="tx1"/>
                </a:solidFill>
                <a:effectLst/>
                <a:latin typeface="ABeeZee" panose="020B0604020202020204" charset="0"/>
              </a:rPr>
              <a:t>Real-Time Object Detection</a:t>
            </a:r>
          </a:p>
          <a:p>
            <a:pPr marL="285750" indent="-285750" eaLnBrk="0" fontAlgn="base" hangingPunct="0">
              <a:spcBef>
                <a:spcPct val="0"/>
              </a:spcBef>
              <a:spcAft>
                <a:spcPct val="0"/>
              </a:spcAft>
              <a:buClrTx/>
              <a:buSzTx/>
            </a:pPr>
            <a:r>
              <a:rPr kumimoji="0" lang="en-US" altLang="en-US" sz="2000" i="0" u="none" strike="noStrike" cap="none" normalizeH="0" baseline="0" dirty="0">
                <a:ln>
                  <a:noFill/>
                </a:ln>
                <a:solidFill>
                  <a:schemeClr val="tx1"/>
                </a:solidFill>
                <a:effectLst/>
                <a:latin typeface="ABeeZee" panose="020B0604020202020204" charset="0"/>
              </a:rPr>
              <a:t>Swipe-Based Gesture Control</a:t>
            </a:r>
          </a:p>
          <a:p>
            <a:pPr marL="285750" indent="-285750" eaLnBrk="0" fontAlgn="base" hangingPunct="0">
              <a:spcBef>
                <a:spcPct val="0"/>
              </a:spcBef>
              <a:spcAft>
                <a:spcPct val="0"/>
              </a:spcAft>
              <a:buClrTx/>
              <a:buSzTx/>
            </a:pPr>
            <a:r>
              <a:rPr lang="en-US" altLang="en-US" sz="2000" dirty="0">
                <a:solidFill>
                  <a:schemeClr val="tx1"/>
                </a:solidFill>
                <a:latin typeface="ABeeZee" panose="020B0604020202020204" charset="0"/>
              </a:rPr>
              <a:t>Currency Recognition</a:t>
            </a:r>
          </a:p>
          <a:p>
            <a:pPr marL="285750" indent="-285750" eaLnBrk="0" fontAlgn="base" hangingPunct="0">
              <a:spcBef>
                <a:spcPct val="0"/>
              </a:spcBef>
              <a:spcAft>
                <a:spcPct val="0"/>
              </a:spcAft>
              <a:buClrTx/>
              <a:buSzTx/>
            </a:pPr>
            <a:r>
              <a:rPr lang="en-US" altLang="en-US" sz="2000" dirty="0">
                <a:solidFill>
                  <a:schemeClr val="tx1"/>
                </a:solidFill>
                <a:latin typeface="ABeeZee" panose="020B0604020202020204" charset="0"/>
              </a:rPr>
              <a:t>Arabic Text Reading (OCR)</a:t>
            </a:r>
          </a:p>
          <a:p>
            <a:pPr marL="285750" indent="-285750" eaLnBrk="0" fontAlgn="base" hangingPunct="0">
              <a:spcBef>
                <a:spcPct val="0"/>
              </a:spcBef>
              <a:spcAft>
                <a:spcPct val="0"/>
              </a:spcAft>
              <a:buClrTx/>
              <a:buSzTx/>
            </a:pPr>
            <a:r>
              <a:rPr lang="en-US" altLang="en-US" sz="2000" dirty="0">
                <a:solidFill>
                  <a:schemeClr val="tx1"/>
                </a:solidFill>
                <a:latin typeface="ABeeZee" panose="020B0604020202020204" charset="0"/>
              </a:rPr>
              <a:t>Voice-Controlled Navigation</a:t>
            </a:r>
          </a:p>
          <a:p>
            <a:pPr marL="285750" indent="-285750" eaLnBrk="0" fontAlgn="base" hangingPunct="0">
              <a:spcBef>
                <a:spcPct val="0"/>
              </a:spcBef>
              <a:spcAft>
                <a:spcPct val="0"/>
              </a:spcAft>
              <a:buClrTx/>
              <a:buSzTx/>
            </a:pPr>
            <a:r>
              <a:rPr lang="en-US" altLang="en-US" sz="2000" dirty="0">
                <a:solidFill>
                  <a:schemeClr val="tx1"/>
                </a:solidFill>
                <a:latin typeface="ABeeZee" panose="020B0604020202020204" charset="0"/>
              </a:rPr>
              <a:t>Audio Feedback System</a:t>
            </a:r>
          </a:p>
          <a:p>
            <a:pPr marL="0" indent="0" eaLnBrk="0" fontAlgn="base" hangingPunct="0">
              <a:spcBef>
                <a:spcPct val="0"/>
              </a:spcBef>
              <a:spcAft>
                <a:spcPct val="0"/>
              </a:spcAft>
              <a:buClrTx/>
              <a:buSzTx/>
              <a:buNone/>
            </a:pPr>
            <a:endParaRPr lang="en-US" altLang="en-US" sz="1800" dirty="0">
              <a:solidFill>
                <a:schemeClr val="tx1"/>
              </a:solidFill>
              <a:latin typeface="Arial" panose="020B0604020202020204" pitchFamily="34" charset="0"/>
            </a:endParaRPr>
          </a:p>
          <a:p>
            <a:pPr marL="285750" indent="-285750" eaLnBrk="0" fontAlgn="base" hangingPunct="0">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B3CACAF8-1F68-A0DF-531D-DC786E26FB32}"/>
              </a:ext>
            </a:extLst>
          </p:cNvPr>
          <p:cNvPicPr>
            <a:picLocks noChangeAspect="1"/>
          </p:cNvPicPr>
          <p:nvPr/>
        </p:nvPicPr>
        <p:blipFill>
          <a:blip r:embed="rId3"/>
          <a:srcRect l="66007" t="60108" r="8509" b="15523"/>
          <a:stretch>
            <a:fillRect/>
          </a:stretch>
        </p:blipFill>
        <p:spPr>
          <a:xfrm>
            <a:off x="7119341" y="3813286"/>
            <a:ext cx="1926114" cy="761912"/>
          </a:xfrm>
          <a:prstGeom prst="rect">
            <a:avLst/>
          </a:prstGeom>
        </p:spPr>
      </p:pic>
      <p:pic>
        <p:nvPicPr>
          <p:cNvPr id="5" name="Picture 4">
            <a:extLst>
              <a:ext uri="{FF2B5EF4-FFF2-40B4-BE49-F238E27FC236}">
                <a16:creationId xmlns:a16="http://schemas.microsoft.com/office/drawing/2014/main" id="{823F8A56-355A-072E-D309-092FE681160C}"/>
              </a:ext>
            </a:extLst>
          </p:cNvPr>
          <p:cNvPicPr>
            <a:picLocks noChangeAspect="1"/>
          </p:cNvPicPr>
          <p:nvPr/>
        </p:nvPicPr>
        <p:blipFill>
          <a:blip r:embed="rId3"/>
          <a:srcRect l="8051" t="38663" r="66385" b="36968"/>
          <a:stretch>
            <a:fillRect/>
          </a:stretch>
        </p:blipFill>
        <p:spPr>
          <a:xfrm>
            <a:off x="2651343" y="3397421"/>
            <a:ext cx="2109266" cy="831729"/>
          </a:xfrm>
          <a:prstGeom prst="rect">
            <a:avLst/>
          </a:prstGeom>
        </p:spPr>
      </p:pic>
      <p:pic>
        <p:nvPicPr>
          <p:cNvPr id="6" name="Picture 5">
            <a:extLst>
              <a:ext uri="{FF2B5EF4-FFF2-40B4-BE49-F238E27FC236}">
                <a16:creationId xmlns:a16="http://schemas.microsoft.com/office/drawing/2014/main" id="{6AB522D5-F52C-DAEF-CBBB-6BFEFB051076}"/>
              </a:ext>
            </a:extLst>
          </p:cNvPr>
          <p:cNvPicPr>
            <a:picLocks noChangeAspect="1"/>
          </p:cNvPicPr>
          <p:nvPr/>
        </p:nvPicPr>
        <p:blipFill>
          <a:blip r:embed="rId3"/>
          <a:srcRect l="66116" t="15918" r="8400" b="57763"/>
          <a:stretch>
            <a:fillRect/>
          </a:stretch>
        </p:blipFill>
        <p:spPr>
          <a:xfrm>
            <a:off x="7119341" y="949258"/>
            <a:ext cx="1928227" cy="823769"/>
          </a:xfrm>
          <a:prstGeom prst="rect">
            <a:avLst/>
          </a:prstGeom>
        </p:spPr>
      </p:pic>
      <p:pic>
        <p:nvPicPr>
          <p:cNvPr id="7" name="Picture 6">
            <a:extLst>
              <a:ext uri="{FF2B5EF4-FFF2-40B4-BE49-F238E27FC236}">
                <a16:creationId xmlns:a16="http://schemas.microsoft.com/office/drawing/2014/main" id="{AE6C36AB-1DB3-467D-7FC7-18DEC3DEDD50}"/>
              </a:ext>
            </a:extLst>
          </p:cNvPr>
          <p:cNvPicPr>
            <a:picLocks noChangeAspect="1"/>
          </p:cNvPicPr>
          <p:nvPr/>
        </p:nvPicPr>
        <p:blipFill>
          <a:blip r:embed="rId3"/>
          <a:srcRect l="38809" r="38229"/>
          <a:stretch>
            <a:fillRect/>
          </a:stretch>
        </p:blipFill>
        <p:spPr>
          <a:xfrm>
            <a:off x="4949217" y="911354"/>
            <a:ext cx="2094271" cy="3782560"/>
          </a:xfrm>
          <a:prstGeom prst="rect">
            <a:avLst/>
          </a:prstGeom>
        </p:spPr>
      </p:pic>
    </p:spTree>
    <p:extLst>
      <p:ext uri="{BB962C8B-B14F-4D97-AF65-F5344CB8AC3E}">
        <p14:creationId xmlns:p14="http://schemas.microsoft.com/office/powerpoint/2010/main" val="11553895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781374" y="1630819"/>
            <a:ext cx="1450162" cy="2869394"/>
            <a:chOff x="0" y="0"/>
            <a:chExt cx="2620010" cy="5184140"/>
          </a:xfrm>
        </p:grpSpPr>
        <p:sp>
          <p:nvSpPr>
            <p:cNvPr id="3" name="Freeform 3"/>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4" name="Freeform 4"/>
            <p:cNvSpPr/>
            <p:nvPr/>
          </p:nvSpPr>
          <p:spPr>
            <a:xfrm rot="-958846">
              <a:off x="-392855" y="-9780"/>
              <a:ext cx="3407520" cy="5208777"/>
            </a:xfrm>
            <a:custGeom>
              <a:avLst/>
              <a:gdLst/>
              <a:ahLst/>
              <a:cxnLst/>
              <a:rect l="l" t="t" r="r" b="b"/>
              <a:pathLst>
                <a:path w="3407520" h="5208777">
                  <a:moveTo>
                    <a:pt x="3255106" y="512320"/>
                  </a:moveTo>
                  <a:lnTo>
                    <a:pt x="2993829" y="437495"/>
                  </a:lnTo>
                  <a:lnTo>
                    <a:pt x="2978095" y="492436"/>
                  </a:lnTo>
                  <a:cubicBezTo>
                    <a:pt x="2960263" y="554703"/>
                    <a:pt x="2894299" y="591296"/>
                    <a:pt x="2832032" y="573464"/>
                  </a:cubicBezTo>
                  <a:lnTo>
                    <a:pt x="1823552" y="284654"/>
                  </a:lnTo>
                  <a:cubicBezTo>
                    <a:pt x="1761285" y="266821"/>
                    <a:pt x="1724692" y="200857"/>
                    <a:pt x="1742524" y="138591"/>
                  </a:cubicBezTo>
                  <a:lnTo>
                    <a:pt x="1758258" y="83649"/>
                  </a:lnTo>
                  <a:lnTo>
                    <a:pt x="1494540" y="8125"/>
                  </a:lnTo>
                  <a:cubicBezTo>
                    <a:pt x="1383436" y="-23693"/>
                    <a:pt x="1267214" y="40781"/>
                    <a:pt x="1235396" y="151884"/>
                  </a:cubicBezTo>
                  <a:lnTo>
                    <a:pt x="8125" y="4437313"/>
                  </a:lnTo>
                  <a:cubicBezTo>
                    <a:pt x="-23693" y="4548416"/>
                    <a:pt x="40781" y="4664638"/>
                    <a:pt x="151885" y="4696457"/>
                  </a:cubicBezTo>
                  <a:lnTo>
                    <a:pt x="1912451" y="5200651"/>
                  </a:lnTo>
                  <a:cubicBezTo>
                    <a:pt x="2023555" y="5232470"/>
                    <a:pt x="2139777" y="5167996"/>
                    <a:pt x="2171595" y="5056892"/>
                  </a:cubicBezTo>
                  <a:lnTo>
                    <a:pt x="3398866" y="771464"/>
                  </a:lnTo>
                  <a:cubicBezTo>
                    <a:pt x="3431905" y="660710"/>
                    <a:pt x="3367431" y="544487"/>
                    <a:pt x="3255106" y="512320"/>
                  </a:cubicBezTo>
                  <a:close/>
                </a:path>
              </a:pathLst>
            </a:custGeom>
            <a:blipFill>
              <a:blip r:embed="rId2"/>
              <a:stretch>
                <a:fillRect l="-1454" t="-1181" r="-1439" b="-1182"/>
              </a:stretch>
            </a:blipFill>
          </p:spPr>
        </p:sp>
        <p:sp>
          <p:nvSpPr>
            <p:cNvPr id="5" name="Freeform 5"/>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id="6" name="Freeform 6"/>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id="7" name="Freeform 7"/>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id="8" name="Freeform 8"/>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id="9" name="Freeform 9"/>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id="10" name="Freeform 10"/>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id="11" name="Freeform 11"/>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id="12" name="Group 12"/>
          <p:cNvGrpSpPr>
            <a:grpSpLocks noChangeAspect="1"/>
          </p:cNvGrpSpPr>
          <p:nvPr/>
        </p:nvGrpSpPr>
        <p:grpSpPr>
          <a:xfrm>
            <a:off x="2337321" y="900406"/>
            <a:ext cx="1429333" cy="2828180"/>
            <a:chOff x="0" y="0"/>
            <a:chExt cx="2620010" cy="5184140"/>
          </a:xfrm>
        </p:grpSpPr>
        <p:sp>
          <p:nvSpPr>
            <p:cNvPr id="13" name="Freeform 13"/>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14" name="Freeform 14"/>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112" r="-112"/>
              </a:stretch>
            </a:blipFill>
          </p:spPr>
        </p:sp>
        <p:sp>
          <p:nvSpPr>
            <p:cNvPr id="15" name="Freeform 15"/>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id="16" name="Freeform 16"/>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id="17" name="Freeform 17"/>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id="18" name="Freeform 18"/>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id="19" name="Freeform 19"/>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id="20" name="Freeform 20"/>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id="21" name="Freeform 21"/>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id="22" name="Group 22"/>
          <p:cNvGrpSpPr>
            <a:grpSpLocks noChangeAspect="1"/>
          </p:cNvGrpSpPr>
          <p:nvPr/>
        </p:nvGrpSpPr>
        <p:grpSpPr>
          <a:xfrm>
            <a:off x="3895432" y="1630819"/>
            <a:ext cx="1450162" cy="2869394"/>
            <a:chOff x="0" y="0"/>
            <a:chExt cx="2620010" cy="5184140"/>
          </a:xfrm>
        </p:grpSpPr>
        <p:sp>
          <p:nvSpPr>
            <p:cNvPr id="23" name="Freeform 23"/>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24" name="Freeform 24"/>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112" r="-112"/>
              </a:stretch>
            </a:blipFill>
          </p:spPr>
        </p:sp>
        <p:sp>
          <p:nvSpPr>
            <p:cNvPr id="25" name="Freeform 25"/>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id="26" name="Freeform 26"/>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id="27" name="Freeform 27"/>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id="28" name="Freeform 28"/>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id="29" name="Freeform 29"/>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id="30" name="Freeform 30"/>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id="31" name="Freeform 31"/>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id="32" name="Group 32"/>
          <p:cNvGrpSpPr>
            <a:grpSpLocks noChangeAspect="1"/>
          </p:cNvGrpSpPr>
          <p:nvPr/>
        </p:nvGrpSpPr>
        <p:grpSpPr>
          <a:xfrm>
            <a:off x="5449772" y="900406"/>
            <a:ext cx="1429333" cy="2828180"/>
            <a:chOff x="0" y="0"/>
            <a:chExt cx="2620010" cy="5184140"/>
          </a:xfrm>
        </p:grpSpPr>
        <p:sp>
          <p:nvSpPr>
            <p:cNvPr id="33" name="Freeform 33"/>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34" name="Freeform 34"/>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5"/>
              <a:stretch>
                <a:fillRect l="-112" r="-112"/>
              </a:stretch>
            </a:blipFill>
          </p:spPr>
        </p:sp>
        <p:sp>
          <p:nvSpPr>
            <p:cNvPr id="35" name="Freeform 35"/>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id="36" name="Freeform 36"/>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id="37" name="Freeform 37"/>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id="38" name="Freeform 38"/>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id="39" name="Freeform 39"/>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id="40" name="Freeform 40"/>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id="41" name="Freeform 41"/>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grpSp>
        <p:nvGrpSpPr>
          <p:cNvPr id="42" name="Group 42"/>
          <p:cNvGrpSpPr>
            <a:grpSpLocks noChangeAspect="1"/>
          </p:cNvGrpSpPr>
          <p:nvPr/>
        </p:nvGrpSpPr>
        <p:grpSpPr>
          <a:xfrm>
            <a:off x="7009489" y="1630819"/>
            <a:ext cx="1450162" cy="2869394"/>
            <a:chOff x="0" y="0"/>
            <a:chExt cx="2620010" cy="5184140"/>
          </a:xfrm>
        </p:grpSpPr>
        <p:sp>
          <p:nvSpPr>
            <p:cNvPr id="43" name="Freeform 43"/>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44" name="Freeform 44"/>
            <p:cNvSpPr/>
            <p:nvPr/>
          </p:nvSpPr>
          <p:spPr>
            <a:xfrm>
              <a:off x="185420" y="156210"/>
              <a:ext cx="2250453" cy="4876800"/>
            </a:xfrm>
            <a:custGeom>
              <a:avLst/>
              <a:gdLst/>
              <a:ahLst/>
              <a:cxnLst/>
              <a:rect l="l" t="t" r="r" b="b"/>
              <a:pathLst>
                <a:path w="2250453"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6"/>
              <a:stretch>
                <a:fillRect t="-22" b="-22"/>
              </a:stretch>
            </a:blipFill>
          </p:spPr>
        </p:sp>
        <p:sp>
          <p:nvSpPr>
            <p:cNvPr id="45" name="Freeform 45"/>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sp>
        <p:sp>
          <p:nvSpPr>
            <p:cNvPr id="46" name="Freeform 46"/>
            <p:cNvSpPr/>
            <p:nvPr/>
          </p:nvSpPr>
          <p:spPr>
            <a:xfrm>
              <a:off x="1579738" y="187960"/>
              <a:ext cx="63785" cy="63501"/>
            </a:xfrm>
            <a:custGeom>
              <a:avLst/>
              <a:gdLst/>
              <a:ahLst/>
              <a:cxnLst/>
              <a:rect l="l" t="t" r="r" b="b"/>
              <a:pathLst>
                <a:path w="63785" h="63501">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606060"/>
            </a:solidFill>
          </p:spPr>
        </p:sp>
        <p:sp>
          <p:nvSpPr>
            <p:cNvPr id="47" name="Freeform 47"/>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sp>
        <p:sp>
          <p:nvSpPr>
            <p:cNvPr id="48" name="Freeform 48"/>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sp>
        <p:sp>
          <p:nvSpPr>
            <p:cNvPr id="49" name="Freeform 49"/>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sp>
        <p:sp>
          <p:nvSpPr>
            <p:cNvPr id="50" name="Freeform 50"/>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sp>
        <p:sp>
          <p:nvSpPr>
            <p:cNvPr id="51" name="Freeform 51"/>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sp>
      </p:grpSp>
      <p:sp>
        <p:nvSpPr>
          <p:cNvPr id="52" name="TextBox 52"/>
          <p:cNvSpPr txBox="1"/>
          <p:nvPr/>
        </p:nvSpPr>
        <p:spPr>
          <a:xfrm>
            <a:off x="505840" y="254075"/>
            <a:ext cx="816884" cy="94449"/>
          </a:xfrm>
          <a:prstGeom prst="rect">
            <a:avLst/>
          </a:prstGeom>
        </p:spPr>
        <p:txBody>
          <a:bodyPr lIns="0" tIns="0" rIns="0" bIns="0" rtlCol="0" anchor="t">
            <a:spAutoFit/>
          </a:bodyPr>
          <a:lstStyle/>
          <a:p>
            <a:pPr>
              <a:lnSpc>
                <a:spcPts val="840"/>
              </a:lnSpc>
              <a:spcBef>
                <a:spcPct val="0"/>
              </a:spcBef>
            </a:pPr>
            <a:r>
              <a:rPr lang="en-US" sz="600" b="1">
                <a:solidFill>
                  <a:srgbClr val="FFFFFF"/>
                </a:solidFill>
                <a:latin typeface="Poppins Bold"/>
                <a:ea typeface="Poppins Bold"/>
                <a:cs typeface="Poppins Bold"/>
                <a:sym typeface="Poppins Bold"/>
              </a:rPr>
              <a:t>Ingoude Company</a:t>
            </a:r>
          </a:p>
        </p:txBody>
      </p:sp>
      <p:sp>
        <p:nvSpPr>
          <p:cNvPr id="53" name="TextBox 53"/>
          <p:cNvSpPr txBox="1"/>
          <p:nvPr/>
        </p:nvSpPr>
        <p:spPr>
          <a:xfrm>
            <a:off x="7970421" y="254075"/>
            <a:ext cx="489230" cy="94385"/>
          </a:xfrm>
          <a:prstGeom prst="rect">
            <a:avLst/>
          </a:prstGeom>
        </p:spPr>
        <p:txBody>
          <a:bodyPr lIns="0" tIns="0" rIns="0" bIns="0" rtlCol="0" anchor="t">
            <a:spAutoFit/>
          </a:bodyPr>
          <a:lstStyle/>
          <a:p>
            <a:pPr>
              <a:lnSpc>
                <a:spcPts val="840"/>
              </a:lnSpc>
              <a:spcBef>
                <a:spcPct val="0"/>
              </a:spcBef>
            </a:pPr>
            <a:r>
              <a:rPr lang="en-US" sz="600">
                <a:solidFill>
                  <a:srgbClr val="FFFFFF"/>
                </a:solidFill>
                <a:latin typeface="Poppins"/>
                <a:ea typeface="Poppins"/>
                <a:cs typeface="Poppins"/>
                <a:sym typeface="Poppins"/>
              </a:rPr>
              <a:t>Contact</a:t>
            </a:r>
          </a:p>
        </p:txBody>
      </p:sp>
      <p:sp>
        <p:nvSpPr>
          <p:cNvPr id="54" name="TextBox 54"/>
          <p:cNvSpPr txBox="1"/>
          <p:nvPr/>
        </p:nvSpPr>
        <p:spPr>
          <a:xfrm>
            <a:off x="7192523" y="254075"/>
            <a:ext cx="530249" cy="94385"/>
          </a:xfrm>
          <a:prstGeom prst="rect">
            <a:avLst/>
          </a:prstGeom>
        </p:spPr>
        <p:txBody>
          <a:bodyPr lIns="0" tIns="0" rIns="0" bIns="0" rtlCol="0" anchor="t">
            <a:spAutoFit/>
          </a:bodyPr>
          <a:lstStyle/>
          <a:p>
            <a:pPr>
              <a:lnSpc>
                <a:spcPts val="840"/>
              </a:lnSpc>
              <a:spcBef>
                <a:spcPct val="0"/>
              </a:spcBef>
            </a:pPr>
            <a:r>
              <a:rPr lang="en-US" sz="600">
                <a:solidFill>
                  <a:srgbClr val="FFFFFF"/>
                </a:solidFill>
                <a:latin typeface="Poppins"/>
                <a:ea typeface="Poppins"/>
                <a:cs typeface="Poppins"/>
                <a:sym typeface="Poppins"/>
              </a:rPr>
              <a:t>About Us</a:t>
            </a:r>
          </a:p>
        </p:txBody>
      </p:sp>
      <p:sp>
        <p:nvSpPr>
          <p:cNvPr id="55" name="TextBox 55"/>
          <p:cNvSpPr txBox="1"/>
          <p:nvPr/>
        </p:nvSpPr>
        <p:spPr>
          <a:xfrm>
            <a:off x="6577145" y="254075"/>
            <a:ext cx="367728" cy="94385"/>
          </a:xfrm>
          <a:prstGeom prst="rect">
            <a:avLst/>
          </a:prstGeom>
        </p:spPr>
        <p:txBody>
          <a:bodyPr lIns="0" tIns="0" rIns="0" bIns="0" rtlCol="0" anchor="t">
            <a:spAutoFit/>
          </a:bodyPr>
          <a:lstStyle/>
          <a:p>
            <a:pPr>
              <a:lnSpc>
                <a:spcPts val="840"/>
              </a:lnSpc>
              <a:spcBef>
                <a:spcPct val="0"/>
              </a:spcBef>
            </a:pPr>
            <a:r>
              <a:rPr lang="en-US" sz="600">
                <a:solidFill>
                  <a:srgbClr val="FFFFFF"/>
                </a:solidFill>
                <a:latin typeface="Poppins"/>
                <a:ea typeface="Poppins"/>
                <a:cs typeface="Poppins"/>
                <a:sym typeface="Poppins"/>
              </a:rPr>
              <a:t>Service</a:t>
            </a:r>
          </a:p>
        </p:txBody>
      </p:sp>
      <p:sp>
        <p:nvSpPr>
          <p:cNvPr id="56" name="TextBox 56"/>
          <p:cNvSpPr txBox="1"/>
          <p:nvPr/>
        </p:nvSpPr>
        <p:spPr>
          <a:xfrm>
            <a:off x="5949265" y="254075"/>
            <a:ext cx="404880" cy="94385"/>
          </a:xfrm>
          <a:prstGeom prst="rect">
            <a:avLst/>
          </a:prstGeom>
        </p:spPr>
        <p:txBody>
          <a:bodyPr lIns="0" tIns="0" rIns="0" bIns="0" rtlCol="0" anchor="t">
            <a:spAutoFit/>
          </a:bodyPr>
          <a:lstStyle/>
          <a:p>
            <a:pPr>
              <a:lnSpc>
                <a:spcPts val="840"/>
              </a:lnSpc>
              <a:spcBef>
                <a:spcPct val="0"/>
              </a:spcBef>
            </a:pPr>
            <a:r>
              <a:rPr lang="en-US" sz="600">
                <a:solidFill>
                  <a:srgbClr val="FFFFFF"/>
                </a:solidFill>
                <a:latin typeface="Poppins"/>
                <a:ea typeface="Poppins"/>
                <a:cs typeface="Poppins"/>
                <a:sym typeface="Poppins"/>
              </a:rPr>
              <a:t>Home</a:t>
            </a:r>
          </a:p>
        </p:txBody>
      </p:sp>
      <p:sp>
        <p:nvSpPr>
          <p:cNvPr id="57" name="TextBox 56">
            <a:extLst>
              <a:ext uri="{FF2B5EF4-FFF2-40B4-BE49-F238E27FC236}">
                <a16:creationId xmlns:a16="http://schemas.microsoft.com/office/drawing/2014/main" id="{8DE2B850-3405-46FF-FEB7-F1652B97E152}"/>
              </a:ext>
            </a:extLst>
          </p:cNvPr>
          <p:cNvSpPr txBox="1"/>
          <p:nvPr/>
        </p:nvSpPr>
        <p:spPr>
          <a:xfrm>
            <a:off x="975360" y="203468"/>
            <a:ext cx="7193280" cy="646331"/>
          </a:xfrm>
          <a:prstGeom prst="rect">
            <a:avLst/>
          </a:prstGeom>
          <a:noFill/>
        </p:spPr>
        <p:txBody>
          <a:bodyPr wrap="square">
            <a:spAutoFit/>
          </a:bodyPr>
          <a:lstStyle/>
          <a:p>
            <a:pPr algn="ctr"/>
            <a:r>
              <a:rPr kumimoji="0" lang="en-US" sz="3600" b="1" i="0" u="none" strike="noStrike" kern="0" cap="none" spc="0" normalizeH="0" baseline="0" noProof="0" dirty="0">
                <a:ln>
                  <a:noFill/>
                </a:ln>
                <a:solidFill>
                  <a:schemeClr val="tx1">
                    <a:lumMod val="75000"/>
                    <a:lumOff val="25000"/>
                  </a:schemeClr>
                </a:solidFill>
                <a:effectLst>
                  <a:outerShdw blurRad="38100" dist="38100" dir="2700000" algn="tl">
                    <a:srgbClr val="000000">
                      <a:alpha val="43137"/>
                    </a:srgbClr>
                  </a:outerShdw>
                </a:effectLst>
                <a:uLnTx/>
                <a:uFillTx/>
                <a:latin typeface="ABeeZee"/>
                <a:sym typeface="ABeeZee"/>
                <a:hlinkClick r:id="rId7"/>
              </a:rPr>
              <a:t>APP UI</a:t>
            </a:r>
            <a:endParaRPr lang="en-US" sz="1200" dirty="0">
              <a:solidFill>
                <a:schemeClr val="tx1">
                  <a:lumMod val="75000"/>
                  <a:lumOff val="25000"/>
                </a:schemeClr>
              </a:solidFill>
              <a:effectLst>
                <a:outerShdw blurRad="38100" dist="38100" dir="2700000" algn="tl">
                  <a:srgbClr val="000000">
                    <a:alpha val="43137"/>
                  </a:srgbClr>
                </a:outerShdw>
              </a:effectLst>
            </a:endParaRPr>
          </a:p>
        </p:txBody>
      </p:sp>
      <p:pic>
        <p:nvPicPr>
          <p:cNvPr id="62" name="Picture 61" descr="A logo with hands and a bird&#10;&#10;AI-generated content may be incorrect.">
            <a:extLst>
              <a:ext uri="{FF2B5EF4-FFF2-40B4-BE49-F238E27FC236}">
                <a16:creationId xmlns:a16="http://schemas.microsoft.com/office/drawing/2014/main" id="{A72C3E48-1694-8C74-66DE-FAC760F09958}"/>
              </a:ext>
            </a:extLst>
          </p:cNvPr>
          <p:cNvPicPr>
            <a:picLocks noChangeAspect="1"/>
          </p:cNvPicPr>
          <p:nvPr/>
        </p:nvPicPr>
        <p:blipFill>
          <a:blip r:embed="rId8"/>
          <a:stretch>
            <a:fillRect/>
          </a:stretch>
        </p:blipFill>
        <p:spPr>
          <a:xfrm>
            <a:off x="7997237" y="244654"/>
            <a:ext cx="838104" cy="67048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63" name="Picture 62" descr="A logo with hands and a blue background&#10;&#10;AI-generated content may be incorrect.">
            <a:extLst>
              <a:ext uri="{FF2B5EF4-FFF2-40B4-BE49-F238E27FC236}">
                <a16:creationId xmlns:a16="http://schemas.microsoft.com/office/drawing/2014/main" id="{4824D432-BCF2-A9EE-7E0D-E523491FBDAB}"/>
              </a:ext>
            </a:extLst>
          </p:cNvPr>
          <p:cNvPicPr>
            <a:picLocks noChangeAspect="1"/>
          </p:cNvPicPr>
          <p:nvPr/>
        </p:nvPicPr>
        <p:blipFill>
          <a:blip r:embed="rId9"/>
          <a:stretch>
            <a:fillRect/>
          </a:stretch>
        </p:blipFill>
        <p:spPr>
          <a:xfrm>
            <a:off x="314036" y="254822"/>
            <a:ext cx="865335" cy="69226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38AB0-B418-B6D7-B498-31677FD7EA2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411D0FD-89B3-D73B-D1B1-ED6BAD6DECFC}"/>
              </a:ext>
            </a:extLst>
          </p:cNvPr>
          <p:cNvSpPr txBox="1"/>
          <p:nvPr/>
        </p:nvSpPr>
        <p:spPr>
          <a:xfrm>
            <a:off x="152400" y="218855"/>
            <a:ext cx="1066800" cy="64633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FFFFFF"/>
              </a:buClr>
              <a:buSzPts val="6000"/>
              <a:buFont typeface="ABeeZee"/>
              <a:buNone/>
              <a:tabLst/>
              <a:defRPr/>
            </a:pPr>
            <a:r>
              <a:rPr kumimoji="0" lang="en" sz="3600" b="1" i="0" u="none" strike="noStrike" kern="0" cap="none" spc="0" normalizeH="0" baseline="0" noProof="0" dirty="0">
                <a:ln>
                  <a:noFill/>
                </a:ln>
                <a:solidFill>
                  <a:srgbClr val="67ABBE"/>
                </a:solidFill>
                <a:effectLst/>
                <a:uLnTx/>
                <a:uFillTx/>
                <a:latin typeface="ABeeZee"/>
                <a:sym typeface="ABeeZee"/>
              </a:rPr>
              <a:t>0</a:t>
            </a:r>
            <a:r>
              <a:rPr lang="ar-EG" sz="3600" b="1" dirty="0">
                <a:solidFill>
                  <a:srgbClr val="67ABBE"/>
                </a:solidFill>
                <a:latin typeface="ABeeZee"/>
                <a:sym typeface="ABeeZee"/>
              </a:rPr>
              <a:t>5</a:t>
            </a:r>
            <a:endParaRPr kumimoji="0" lang="en" sz="3600" b="1" i="0" u="none" strike="noStrike" kern="0" cap="none" spc="0" normalizeH="0" baseline="0" noProof="0" dirty="0">
              <a:ln>
                <a:noFill/>
              </a:ln>
              <a:solidFill>
                <a:srgbClr val="67ABBE"/>
              </a:solidFill>
              <a:effectLst/>
              <a:uLnTx/>
              <a:uFillTx/>
              <a:latin typeface="ABeeZee"/>
              <a:sym typeface="ABeeZee"/>
            </a:endParaRPr>
          </a:p>
        </p:txBody>
      </p:sp>
      <p:sp>
        <p:nvSpPr>
          <p:cNvPr id="3" name="TextBox 2">
            <a:extLst>
              <a:ext uri="{FF2B5EF4-FFF2-40B4-BE49-F238E27FC236}">
                <a16:creationId xmlns:a16="http://schemas.microsoft.com/office/drawing/2014/main" id="{22BE54FF-B068-836A-1E91-D98B25FEFFF7}"/>
              </a:ext>
            </a:extLst>
          </p:cNvPr>
          <p:cNvSpPr txBox="1"/>
          <p:nvPr/>
        </p:nvSpPr>
        <p:spPr>
          <a:xfrm>
            <a:off x="1219200" y="249634"/>
            <a:ext cx="2438400" cy="584775"/>
          </a:xfrm>
          <a:prstGeom prst="rect">
            <a:avLst/>
          </a:prstGeom>
          <a:noFill/>
        </p:spPr>
        <p:txBody>
          <a:bodyPr wrap="square">
            <a:spAutoFit/>
          </a:bodyPr>
          <a:lstStyle/>
          <a:p>
            <a:r>
              <a:rPr kumimoji="0" lang="en-US" sz="3200" b="1" i="0" u="none" strike="noStrike" kern="0" cap="none" spc="0" normalizeH="0" baseline="0" noProof="0" dirty="0">
                <a:ln>
                  <a:noFill/>
                </a:ln>
                <a:solidFill>
                  <a:srgbClr val="191919"/>
                </a:solidFill>
                <a:effectLst/>
                <a:uLnTx/>
                <a:uFillTx/>
                <a:latin typeface="ABeeZee"/>
                <a:sym typeface="ABeeZee"/>
              </a:rPr>
              <a:t>Research</a:t>
            </a:r>
            <a:endParaRPr lang="en-US" sz="1100" dirty="0"/>
          </a:p>
        </p:txBody>
      </p:sp>
      <p:sp>
        <p:nvSpPr>
          <p:cNvPr id="4" name="TextBox 3">
            <a:extLst>
              <a:ext uri="{FF2B5EF4-FFF2-40B4-BE49-F238E27FC236}">
                <a16:creationId xmlns:a16="http://schemas.microsoft.com/office/drawing/2014/main" id="{080718A2-389F-1127-212C-5677EB58CD8F}"/>
              </a:ext>
            </a:extLst>
          </p:cNvPr>
          <p:cNvSpPr txBox="1"/>
          <p:nvPr/>
        </p:nvSpPr>
        <p:spPr>
          <a:xfrm>
            <a:off x="1301645" y="849799"/>
            <a:ext cx="3352800" cy="369332"/>
          </a:xfrm>
          <a:prstGeom prst="rect">
            <a:avLst/>
          </a:prstGeom>
          <a:noFill/>
        </p:spPr>
        <p:txBody>
          <a:bodyPr wrap="square">
            <a:spAutoFit/>
          </a:bodyPr>
          <a:lstStyle/>
          <a:p>
            <a:r>
              <a:rPr lang="en-US" sz="1800" b="1" dirty="0">
                <a:solidFill>
                  <a:srgbClr val="191919"/>
                </a:solidFill>
                <a:latin typeface="ABeeZee"/>
              </a:rPr>
              <a:t>Trends &amp; Statistics in Egypt </a:t>
            </a:r>
          </a:p>
        </p:txBody>
      </p:sp>
      <p:sp>
        <p:nvSpPr>
          <p:cNvPr id="5" name="TextBox 4">
            <a:extLst>
              <a:ext uri="{FF2B5EF4-FFF2-40B4-BE49-F238E27FC236}">
                <a16:creationId xmlns:a16="http://schemas.microsoft.com/office/drawing/2014/main" id="{D5D04CA3-82BD-C45D-3F34-C82006631358}"/>
              </a:ext>
            </a:extLst>
          </p:cNvPr>
          <p:cNvSpPr txBox="1"/>
          <p:nvPr/>
        </p:nvSpPr>
        <p:spPr>
          <a:xfrm>
            <a:off x="111178" y="797978"/>
            <a:ext cx="1066800" cy="461665"/>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FFFFFF"/>
              </a:buClr>
              <a:buSzPts val="6000"/>
              <a:buFont typeface="ABeeZee"/>
              <a:buNone/>
              <a:tabLst/>
              <a:defRPr/>
            </a:pPr>
            <a:r>
              <a:rPr lang="en" sz="2400" b="1" dirty="0">
                <a:solidFill>
                  <a:srgbClr val="67ABBE"/>
                </a:solidFill>
                <a:latin typeface="ABeeZee"/>
                <a:sym typeface="ABeeZee"/>
              </a:rPr>
              <a:t>5.1</a:t>
            </a:r>
            <a:endParaRPr kumimoji="0" lang="en" sz="2400" b="1" i="0" u="none" strike="noStrike" kern="0" cap="none" spc="0" normalizeH="0" baseline="0" noProof="0" dirty="0">
              <a:ln>
                <a:noFill/>
              </a:ln>
              <a:solidFill>
                <a:srgbClr val="67ABBE"/>
              </a:solidFill>
              <a:effectLst/>
              <a:uLnTx/>
              <a:uFillTx/>
              <a:latin typeface="ABeeZee"/>
              <a:sym typeface="ABeeZee"/>
            </a:endParaRPr>
          </a:p>
        </p:txBody>
      </p:sp>
      <p:sp>
        <p:nvSpPr>
          <p:cNvPr id="6" name="Text Placeholder 2">
            <a:extLst>
              <a:ext uri="{FF2B5EF4-FFF2-40B4-BE49-F238E27FC236}">
                <a16:creationId xmlns:a16="http://schemas.microsoft.com/office/drawing/2014/main" id="{AD4019D5-72A6-D21D-7F8F-4E2E496E9A99}"/>
              </a:ext>
            </a:extLst>
          </p:cNvPr>
          <p:cNvSpPr txBox="1">
            <a:spLocks noChangeArrowheads="1"/>
          </p:cNvSpPr>
          <p:nvPr/>
        </p:nvSpPr>
        <p:spPr bwMode="auto">
          <a:xfrm>
            <a:off x="489288" y="1259643"/>
            <a:ext cx="784524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Arial" panose="020B0604020202020204" pitchFamily="34" charset="0"/>
              <a:buChar char="•"/>
            </a:pPr>
            <a:r>
              <a:rPr lang="en-US" sz="1600" dirty="0"/>
              <a:t>Egypt has an estimated </a:t>
            </a:r>
            <a:r>
              <a:rPr lang="en-US" sz="1600" b="1" dirty="0"/>
              <a:t>8–9 million people with visual impairment</a:t>
            </a:r>
            <a:r>
              <a:rPr lang="en-US" sz="1600" dirty="0"/>
              <a:t>, including approximately </a:t>
            </a:r>
            <a:r>
              <a:rPr lang="en-US" sz="1600" b="1" dirty="0"/>
              <a:t>0.4–0.6 million blind individuals</a:t>
            </a:r>
            <a:r>
              <a:rPr lang="en-US" sz="1600" dirty="0"/>
              <a:t>, according to recent global health estimates</a:t>
            </a:r>
            <a:r>
              <a:rPr lang="ar-EG" sz="1600" dirty="0"/>
              <a:t>.</a:t>
            </a:r>
            <a:endParaRPr lang="en-US" sz="1600" dirty="0"/>
          </a:p>
          <a:p>
            <a:pPr marL="285750" indent="-285750">
              <a:buFont typeface="Arial" panose="020B0604020202020204" pitchFamily="34" charset="0"/>
              <a:buChar char="•"/>
            </a:pPr>
            <a:r>
              <a:rPr lang="en-US" sz="1600" dirty="0"/>
              <a:t>Smartphone penetration exceeds </a:t>
            </a:r>
            <a:r>
              <a:rPr lang="en-US" sz="1600" b="1" dirty="0"/>
              <a:t>99% of the population</a:t>
            </a:r>
            <a:r>
              <a:rPr lang="en-US" sz="1600" dirty="0"/>
              <a:t>, making mobile-based assistive solutions highly scalable without requiring additional hardware.</a:t>
            </a:r>
          </a:p>
          <a:p>
            <a:pPr marL="285750" indent="-285750">
              <a:buFont typeface="Arial" panose="020B0604020202020204" pitchFamily="34" charset="0"/>
              <a:buChar char="•"/>
            </a:pPr>
            <a:r>
              <a:rPr lang="en-US" sz="1600" dirty="0"/>
              <a:t>Regional reports highlight a growing demand for </a:t>
            </a:r>
            <a:r>
              <a:rPr lang="en-US" sz="1600" b="1" dirty="0"/>
              <a:t>Arabic voice guidance and real-time AI assistance</a:t>
            </a:r>
            <a:r>
              <a:rPr lang="en-US" sz="1600" dirty="0"/>
              <a:t>, especially for accessibility applications.</a:t>
            </a:r>
            <a:br>
              <a:rPr lang="en-US" sz="1600" dirty="0"/>
            </a:br>
            <a:endParaRPr lang="en-US" sz="1600" dirty="0"/>
          </a:p>
          <a:p>
            <a:pPr marL="285750" indent="-285750">
              <a:buFont typeface="Arial" panose="020B0604020202020204" pitchFamily="34" charset="0"/>
              <a:buChar char="•"/>
            </a:pPr>
            <a:endParaRPr lang="en-US" sz="1600" dirty="0"/>
          </a:p>
        </p:txBody>
      </p:sp>
      <p:sp>
        <p:nvSpPr>
          <p:cNvPr id="7" name="Text Placeholder 2">
            <a:extLst>
              <a:ext uri="{FF2B5EF4-FFF2-40B4-BE49-F238E27FC236}">
                <a16:creationId xmlns:a16="http://schemas.microsoft.com/office/drawing/2014/main" id="{5AEFD3C2-F74A-D31E-0930-CFBF2251D0C7}"/>
              </a:ext>
            </a:extLst>
          </p:cNvPr>
          <p:cNvSpPr txBox="1">
            <a:spLocks noChangeArrowheads="1"/>
          </p:cNvSpPr>
          <p:nvPr/>
        </p:nvSpPr>
        <p:spPr bwMode="auto">
          <a:xfrm>
            <a:off x="489288" y="3218823"/>
            <a:ext cx="752506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b="1" dirty="0"/>
              <a:t>How Sanad Meets Egypt’s Needs</a:t>
            </a:r>
          </a:p>
          <a:p>
            <a:pPr marL="285750" indent="-285750">
              <a:buFont typeface="Arial" panose="020B0604020202020204" pitchFamily="34" charset="0"/>
              <a:buChar char="•"/>
            </a:pPr>
            <a:r>
              <a:rPr lang="en-US" sz="1600" dirty="0"/>
              <a:t>Sanad provides real-time Arabic object detection, Egyptian currency recognition, Arabic text reading, and voice-based interaction, enabling greater independence in navigation, financial transactions, and access to printed information.</a:t>
            </a:r>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104039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9E47F-35FB-2510-118C-948E613C771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DAD9E2E-24D1-7763-1EAC-5A4DFB394636}"/>
              </a:ext>
            </a:extLst>
          </p:cNvPr>
          <p:cNvSpPr txBox="1"/>
          <p:nvPr/>
        </p:nvSpPr>
        <p:spPr>
          <a:xfrm>
            <a:off x="152400" y="218855"/>
            <a:ext cx="1066800" cy="64633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FFFFFF"/>
              </a:buClr>
              <a:buSzPts val="6000"/>
              <a:buFont typeface="ABeeZee"/>
              <a:buNone/>
              <a:tabLst/>
              <a:defRPr/>
            </a:pPr>
            <a:r>
              <a:rPr kumimoji="0" lang="en" sz="3600" b="1" i="0" u="none" strike="noStrike" kern="0" cap="none" spc="0" normalizeH="0" baseline="0" noProof="0" dirty="0">
                <a:ln>
                  <a:noFill/>
                </a:ln>
                <a:solidFill>
                  <a:srgbClr val="67ABBE"/>
                </a:solidFill>
                <a:effectLst/>
                <a:uLnTx/>
                <a:uFillTx/>
                <a:latin typeface="ABeeZee"/>
                <a:sym typeface="ABeeZee"/>
              </a:rPr>
              <a:t>0</a:t>
            </a:r>
            <a:r>
              <a:rPr lang="ar-EG" sz="3600" b="1" dirty="0">
                <a:solidFill>
                  <a:srgbClr val="67ABBE"/>
                </a:solidFill>
                <a:latin typeface="ABeeZee"/>
                <a:sym typeface="ABeeZee"/>
              </a:rPr>
              <a:t>5</a:t>
            </a:r>
            <a:endParaRPr kumimoji="0" lang="en" sz="3600" b="1" i="0" u="none" strike="noStrike" kern="0" cap="none" spc="0" normalizeH="0" baseline="0" noProof="0" dirty="0">
              <a:ln>
                <a:noFill/>
              </a:ln>
              <a:solidFill>
                <a:srgbClr val="67ABBE"/>
              </a:solidFill>
              <a:effectLst/>
              <a:uLnTx/>
              <a:uFillTx/>
              <a:latin typeface="ABeeZee"/>
              <a:sym typeface="ABeeZee"/>
            </a:endParaRPr>
          </a:p>
        </p:txBody>
      </p:sp>
      <p:sp>
        <p:nvSpPr>
          <p:cNvPr id="3" name="TextBox 2">
            <a:extLst>
              <a:ext uri="{FF2B5EF4-FFF2-40B4-BE49-F238E27FC236}">
                <a16:creationId xmlns:a16="http://schemas.microsoft.com/office/drawing/2014/main" id="{EEABF9C8-6D4C-A49D-2F7B-9793A6787BC2}"/>
              </a:ext>
            </a:extLst>
          </p:cNvPr>
          <p:cNvSpPr txBox="1"/>
          <p:nvPr/>
        </p:nvSpPr>
        <p:spPr>
          <a:xfrm>
            <a:off x="1219200" y="249634"/>
            <a:ext cx="2438400" cy="584775"/>
          </a:xfrm>
          <a:prstGeom prst="rect">
            <a:avLst/>
          </a:prstGeom>
          <a:noFill/>
        </p:spPr>
        <p:txBody>
          <a:bodyPr wrap="square">
            <a:spAutoFit/>
          </a:bodyPr>
          <a:lstStyle/>
          <a:p>
            <a:r>
              <a:rPr kumimoji="0" lang="en-US" sz="3200" b="1" i="0" u="none" strike="noStrike" kern="0" cap="none" spc="0" normalizeH="0" baseline="0" noProof="0" dirty="0">
                <a:ln>
                  <a:noFill/>
                </a:ln>
                <a:solidFill>
                  <a:srgbClr val="191919"/>
                </a:solidFill>
                <a:effectLst/>
                <a:uLnTx/>
                <a:uFillTx/>
                <a:latin typeface="ABeeZee"/>
                <a:sym typeface="ABeeZee"/>
              </a:rPr>
              <a:t>Research</a:t>
            </a:r>
            <a:endParaRPr lang="en-US" sz="1100" dirty="0"/>
          </a:p>
        </p:txBody>
      </p:sp>
      <p:sp>
        <p:nvSpPr>
          <p:cNvPr id="4" name="TextBox 3">
            <a:extLst>
              <a:ext uri="{FF2B5EF4-FFF2-40B4-BE49-F238E27FC236}">
                <a16:creationId xmlns:a16="http://schemas.microsoft.com/office/drawing/2014/main" id="{D3496687-A31C-F628-8CC4-E38210AE994B}"/>
              </a:ext>
            </a:extLst>
          </p:cNvPr>
          <p:cNvSpPr txBox="1"/>
          <p:nvPr/>
        </p:nvSpPr>
        <p:spPr>
          <a:xfrm>
            <a:off x="1301644" y="849799"/>
            <a:ext cx="4364637" cy="369332"/>
          </a:xfrm>
          <a:prstGeom prst="rect">
            <a:avLst/>
          </a:prstGeom>
          <a:noFill/>
        </p:spPr>
        <p:txBody>
          <a:bodyPr wrap="square">
            <a:spAutoFit/>
          </a:bodyPr>
          <a:lstStyle/>
          <a:p>
            <a:r>
              <a:rPr lang="en-US" sz="1800" b="1" dirty="0">
                <a:solidFill>
                  <a:srgbClr val="191919"/>
                </a:solidFill>
                <a:latin typeface="ABeeZee"/>
              </a:rPr>
              <a:t>Limitations of Existing Assistive Apps </a:t>
            </a:r>
          </a:p>
        </p:txBody>
      </p:sp>
      <p:sp>
        <p:nvSpPr>
          <p:cNvPr id="5" name="TextBox 4">
            <a:extLst>
              <a:ext uri="{FF2B5EF4-FFF2-40B4-BE49-F238E27FC236}">
                <a16:creationId xmlns:a16="http://schemas.microsoft.com/office/drawing/2014/main" id="{511BB54A-5811-F944-E2A0-C65B449A41EE}"/>
              </a:ext>
            </a:extLst>
          </p:cNvPr>
          <p:cNvSpPr txBox="1"/>
          <p:nvPr/>
        </p:nvSpPr>
        <p:spPr>
          <a:xfrm>
            <a:off x="111178" y="792551"/>
            <a:ext cx="1066800" cy="461665"/>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FFFFFF"/>
              </a:buClr>
              <a:buSzPts val="6000"/>
              <a:buFont typeface="ABeeZee"/>
              <a:buNone/>
              <a:tabLst/>
              <a:defRPr/>
            </a:pPr>
            <a:r>
              <a:rPr lang="en-US" sz="2400" b="1" dirty="0">
                <a:solidFill>
                  <a:srgbClr val="67ABBE"/>
                </a:solidFill>
                <a:latin typeface="ABeeZee"/>
                <a:sym typeface="ABeeZee"/>
              </a:rPr>
              <a:t>5.2</a:t>
            </a:r>
            <a:endParaRPr lang="en" sz="2400" b="1" dirty="0">
              <a:solidFill>
                <a:srgbClr val="67ABBE"/>
              </a:solidFill>
              <a:latin typeface="ABeeZee"/>
              <a:sym typeface="ABeeZee"/>
            </a:endParaRPr>
          </a:p>
        </p:txBody>
      </p:sp>
      <p:sp>
        <p:nvSpPr>
          <p:cNvPr id="6" name="Text Placeholder 2">
            <a:extLst>
              <a:ext uri="{FF2B5EF4-FFF2-40B4-BE49-F238E27FC236}">
                <a16:creationId xmlns:a16="http://schemas.microsoft.com/office/drawing/2014/main" id="{D2CE470D-CBF3-6B45-DCED-36402C02CE2E}"/>
              </a:ext>
            </a:extLst>
          </p:cNvPr>
          <p:cNvSpPr txBox="1">
            <a:spLocks noChangeArrowheads="1"/>
          </p:cNvSpPr>
          <p:nvPr/>
        </p:nvSpPr>
        <p:spPr bwMode="auto">
          <a:xfrm>
            <a:off x="565488" y="1254216"/>
            <a:ext cx="7845243"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dirty="0"/>
              <a:t>Although applications like Seeing AI, Supersense, and Envision provide helpful features, they still have significant limitations:</a:t>
            </a:r>
          </a:p>
          <a:p>
            <a:pPr marL="285750" indent="-285750">
              <a:buFont typeface="Arial" panose="020B0604020202020204" pitchFamily="34" charset="0"/>
              <a:buChar char="•"/>
            </a:pPr>
            <a:r>
              <a:rPr lang="en-US" sz="1600" dirty="0"/>
              <a:t>Weak or limited Arabic language support, especially in OCR accuracy.</a:t>
            </a:r>
          </a:p>
          <a:p>
            <a:pPr marL="285750" indent="-285750">
              <a:buFont typeface="Arial" panose="020B0604020202020204" pitchFamily="34" charset="0"/>
              <a:buChar char="•"/>
            </a:pPr>
            <a:r>
              <a:rPr lang="en-US" sz="1600" dirty="0"/>
              <a:t>Dependence on manual photo capture, causing processing delays instead of continuous real-time detection.</a:t>
            </a:r>
          </a:p>
          <a:p>
            <a:pPr marL="285750" indent="-285750">
              <a:buFont typeface="Arial" panose="020B0604020202020204" pitchFamily="34" charset="0"/>
              <a:buChar char="•"/>
            </a:pPr>
            <a:r>
              <a:rPr lang="en-US" sz="1600" dirty="0"/>
              <a:t>Complex, multi-step navigation that can be difficult for blind users without assistance.</a:t>
            </a:r>
          </a:p>
          <a:p>
            <a:pPr marL="285750" indent="-285750">
              <a:buFont typeface="Arial" panose="020B0604020202020204" pitchFamily="34" charset="0"/>
              <a:buChar char="•"/>
            </a:pPr>
            <a:endParaRPr lang="en-US" sz="1600" dirty="0"/>
          </a:p>
        </p:txBody>
      </p:sp>
      <p:sp>
        <p:nvSpPr>
          <p:cNvPr id="7" name="Text Placeholder 2">
            <a:extLst>
              <a:ext uri="{FF2B5EF4-FFF2-40B4-BE49-F238E27FC236}">
                <a16:creationId xmlns:a16="http://schemas.microsoft.com/office/drawing/2014/main" id="{FBE6B1BA-6FAF-E9EF-392C-3D7AAD0D83C7}"/>
              </a:ext>
            </a:extLst>
          </p:cNvPr>
          <p:cNvSpPr txBox="1">
            <a:spLocks noChangeArrowheads="1"/>
          </p:cNvSpPr>
          <p:nvPr/>
        </p:nvSpPr>
        <p:spPr bwMode="auto">
          <a:xfrm>
            <a:off x="565488" y="3218823"/>
            <a:ext cx="752506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b="1" dirty="0"/>
              <a:t>How Sanad Meets Egypt’s Needs</a:t>
            </a:r>
          </a:p>
          <a:p>
            <a:pPr marL="285750" indent="-285750">
              <a:buFont typeface="Arial" panose="020B0604020202020204" pitchFamily="34" charset="0"/>
              <a:buChar char="•"/>
            </a:pPr>
            <a:r>
              <a:rPr lang="en-US" sz="1600" dirty="0"/>
              <a:t>Sanad overcomes these challenges by offering real-time detection with instant voice feedback, full Arabic support, and simplified voice and gesture-based navigation—allowing users to identify objects, read text, and recognize currency independently.</a:t>
            </a:r>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3289893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5C803-6273-3DED-A15A-B7B668872B6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C7DCD4A-9EF0-F665-7CAF-2E9518784728}"/>
              </a:ext>
            </a:extLst>
          </p:cNvPr>
          <p:cNvSpPr txBox="1"/>
          <p:nvPr/>
        </p:nvSpPr>
        <p:spPr>
          <a:xfrm>
            <a:off x="152400" y="218855"/>
            <a:ext cx="1066800" cy="64633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FFFFFF"/>
              </a:buClr>
              <a:buSzPts val="6000"/>
              <a:buFont typeface="ABeeZee"/>
              <a:buNone/>
              <a:tabLst/>
              <a:defRPr/>
            </a:pPr>
            <a:r>
              <a:rPr kumimoji="0" lang="en" sz="3600" b="1" i="0" u="none" strike="noStrike" kern="0" cap="none" spc="0" normalizeH="0" baseline="0" noProof="0" dirty="0">
                <a:ln>
                  <a:noFill/>
                </a:ln>
                <a:solidFill>
                  <a:srgbClr val="67ABBE"/>
                </a:solidFill>
                <a:effectLst/>
                <a:uLnTx/>
                <a:uFillTx/>
                <a:latin typeface="ABeeZee"/>
                <a:sym typeface="ABeeZee"/>
              </a:rPr>
              <a:t>0</a:t>
            </a:r>
            <a:r>
              <a:rPr lang="ar-EG" sz="3600" b="1" dirty="0">
                <a:solidFill>
                  <a:srgbClr val="67ABBE"/>
                </a:solidFill>
                <a:latin typeface="ABeeZee"/>
                <a:sym typeface="ABeeZee"/>
              </a:rPr>
              <a:t>5</a:t>
            </a:r>
            <a:endParaRPr kumimoji="0" lang="en" sz="3600" b="1" i="0" u="none" strike="noStrike" kern="0" cap="none" spc="0" normalizeH="0" baseline="0" noProof="0" dirty="0">
              <a:ln>
                <a:noFill/>
              </a:ln>
              <a:solidFill>
                <a:srgbClr val="67ABBE"/>
              </a:solidFill>
              <a:effectLst/>
              <a:uLnTx/>
              <a:uFillTx/>
              <a:latin typeface="ABeeZee"/>
              <a:sym typeface="ABeeZee"/>
            </a:endParaRPr>
          </a:p>
        </p:txBody>
      </p:sp>
      <p:sp>
        <p:nvSpPr>
          <p:cNvPr id="3" name="TextBox 2">
            <a:extLst>
              <a:ext uri="{FF2B5EF4-FFF2-40B4-BE49-F238E27FC236}">
                <a16:creationId xmlns:a16="http://schemas.microsoft.com/office/drawing/2014/main" id="{9D43FC76-38AB-8F1D-2647-5B120DE3BF08}"/>
              </a:ext>
            </a:extLst>
          </p:cNvPr>
          <p:cNvSpPr txBox="1"/>
          <p:nvPr/>
        </p:nvSpPr>
        <p:spPr>
          <a:xfrm>
            <a:off x="1219200" y="249634"/>
            <a:ext cx="2438400" cy="584775"/>
          </a:xfrm>
          <a:prstGeom prst="rect">
            <a:avLst/>
          </a:prstGeom>
          <a:noFill/>
        </p:spPr>
        <p:txBody>
          <a:bodyPr wrap="square">
            <a:spAutoFit/>
          </a:bodyPr>
          <a:lstStyle/>
          <a:p>
            <a:r>
              <a:rPr kumimoji="0" lang="en-US" sz="3200" b="1" i="0" u="none" strike="noStrike" kern="0" cap="none" spc="0" normalizeH="0" baseline="0" noProof="0" dirty="0">
                <a:ln>
                  <a:noFill/>
                </a:ln>
                <a:solidFill>
                  <a:srgbClr val="191919"/>
                </a:solidFill>
                <a:effectLst/>
                <a:uLnTx/>
                <a:uFillTx/>
                <a:latin typeface="ABeeZee"/>
                <a:sym typeface="ABeeZee"/>
              </a:rPr>
              <a:t>Research</a:t>
            </a:r>
            <a:endParaRPr lang="en-US" sz="1100" dirty="0"/>
          </a:p>
        </p:txBody>
      </p:sp>
      <p:sp>
        <p:nvSpPr>
          <p:cNvPr id="4" name="TextBox 3">
            <a:extLst>
              <a:ext uri="{FF2B5EF4-FFF2-40B4-BE49-F238E27FC236}">
                <a16:creationId xmlns:a16="http://schemas.microsoft.com/office/drawing/2014/main" id="{F43476C2-D605-9006-75E5-D6FE9D7D9DA7}"/>
              </a:ext>
            </a:extLst>
          </p:cNvPr>
          <p:cNvSpPr txBox="1"/>
          <p:nvPr/>
        </p:nvSpPr>
        <p:spPr>
          <a:xfrm>
            <a:off x="1301644" y="849799"/>
            <a:ext cx="5683771" cy="369332"/>
          </a:xfrm>
          <a:prstGeom prst="rect">
            <a:avLst/>
          </a:prstGeom>
          <a:noFill/>
        </p:spPr>
        <p:txBody>
          <a:bodyPr wrap="square">
            <a:spAutoFit/>
          </a:bodyPr>
          <a:lstStyle/>
          <a:p>
            <a:r>
              <a:rPr lang="en-US" sz="1800" b="1" dirty="0">
                <a:solidFill>
                  <a:srgbClr val="191919"/>
                </a:solidFill>
                <a:latin typeface="ABeeZee"/>
              </a:rPr>
              <a:t> Challenge of Local Currency Recognition in Egypt</a:t>
            </a:r>
          </a:p>
        </p:txBody>
      </p:sp>
      <p:sp>
        <p:nvSpPr>
          <p:cNvPr id="5" name="TextBox 4">
            <a:extLst>
              <a:ext uri="{FF2B5EF4-FFF2-40B4-BE49-F238E27FC236}">
                <a16:creationId xmlns:a16="http://schemas.microsoft.com/office/drawing/2014/main" id="{DED3B6D3-6103-6A57-D637-2211A246D7E1}"/>
              </a:ext>
            </a:extLst>
          </p:cNvPr>
          <p:cNvSpPr txBox="1"/>
          <p:nvPr/>
        </p:nvSpPr>
        <p:spPr>
          <a:xfrm>
            <a:off x="152400" y="803632"/>
            <a:ext cx="1066800" cy="461665"/>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FFFFFF"/>
              </a:buClr>
              <a:buSzPts val="6000"/>
              <a:buFont typeface="ABeeZee"/>
              <a:buNone/>
              <a:tabLst/>
              <a:defRPr/>
            </a:pPr>
            <a:r>
              <a:rPr lang="en-US" sz="2400" b="1" dirty="0">
                <a:solidFill>
                  <a:srgbClr val="67ABBE"/>
                </a:solidFill>
                <a:latin typeface="ABeeZee"/>
                <a:sym typeface="ABeeZee"/>
              </a:rPr>
              <a:t>5.3</a:t>
            </a:r>
            <a:endParaRPr lang="en" sz="2400" b="1" dirty="0">
              <a:solidFill>
                <a:srgbClr val="67ABBE"/>
              </a:solidFill>
              <a:latin typeface="ABeeZee"/>
              <a:sym typeface="ABeeZee"/>
            </a:endParaRPr>
          </a:p>
        </p:txBody>
      </p:sp>
      <p:sp>
        <p:nvSpPr>
          <p:cNvPr id="6" name="Text Placeholder 2">
            <a:extLst>
              <a:ext uri="{FF2B5EF4-FFF2-40B4-BE49-F238E27FC236}">
                <a16:creationId xmlns:a16="http://schemas.microsoft.com/office/drawing/2014/main" id="{1FD588CA-69B4-F96E-7EB9-31231183BD4F}"/>
              </a:ext>
            </a:extLst>
          </p:cNvPr>
          <p:cNvSpPr txBox="1">
            <a:spLocks noChangeArrowheads="1"/>
          </p:cNvSpPr>
          <p:nvPr/>
        </p:nvSpPr>
        <p:spPr bwMode="auto">
          <a:xfrm>
            <a:off x="557868" y="1367363"/>
            <a:ext cx="7845243"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dirty="0"/>
              <a:t>Egyptian banknotes are difficult for visually impaired individuals to distinguish due to similar sizes and complex designs. Physical solutions like tactile modifications are impractical and cannot be applied to existing currency.</a:t>
            </a:r>
          </a:p>
          <a:p>
            <a:pPr marL="285750" indent="-285750">
              <a:buFont typeface="Arial" panose="020B0604020202020204" pitchFamily="34" charset="0"/>
              <a:buChar char="•"/>
            </a:pPr>
            <a:endParaRPr lang="en-US" sz="1600" dirty="0"/>
          </a:p>
        </p:txBody>
      </p:sp>
      <p:sp>
        <p:nvSpPr>
          <p:cNvPr id="7" name="Text Placeholder 2">
            <a:extLst>
              <a:ext uri="{FF2B5EF4-FFF2-40B4-BE49-F238E27FC236}">
                <a16:creationId xmlns:a16="http://schemas.microsoft.com/office/drawing/2014/main" id="{D7985FDF-F028-FA6D-53AD-B4CA4209776B}"/>
              </a:ext>
            </a:extLst>
          </p:cNvPr>
          <p:cNvSpPr txBox="1">
            <a:spLocks noChangeArrowheads="1"/>
          </p:cNvSpPr>
          <p:nvPr/>
        </p:nvSpPr>
        <p:spPr bwMode="auto">
          <a:xfrm>
            <a:off x="489288" y="2698920"/>
            <a:ext cx="752506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b="1" dirty="0"/>
              <a:t>How Sanad Meets Egypt’s Needs</a:t>
            </a:r>
            <a:endParaRPr lang="ar-EG" sz="1600" b="1" dirty="0"/>
          </a:p>
          <a:p>
            <a:endParaRPr lang="en-US" sz="1600" b="1" dirty="0"/>
          </a:p>
          <a:p>
            <a:pPr marL="285750" indent="-285750">
              <a:buFont typeface="Arial" panose="020B0604020202020204" pitchFamily="34" charset="0"/>
              <a:buChar char="•"/>
            </a:pPr>
            <a:r>
              <a:rPr lang="en-US" sz="1600" dirty="0"/>
              <a:t>Sanad uses AI-based image recognition to identify banknotes in real time under different lighting and viewing conditions, providing a practical and scalable solution without modifying physical money.</a:t>
            </a:r>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11123236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A02E4-4B41-CE70-F6A4-0449A49E37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8782A3-2DAA-4471-DF73-171C8D2A95C3}"/>
              </a:ext>
            </a:extLst>
          </p:cNvPr>
          <p:cNvSpPr txBox="1"/>
          <p:nvPr/>
        </p:nvSpPr>
        <p:spPr>
          <a:xfrm>
            <a:off x="152400" y="218855"/>
            <a:ext cx="1066800" cy="646331"/>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FFFFFF"/>
              </a:buClr>
              <a:buSzPts val="6000"/>
              <a:buFont typeface="ABeeZee"/>
              <a:buNone/>
              <a:tabLst/>
              <a:defRPr/>
            </a:pPr>
            <a:r>
              <a:rPr kumimoji="0" lang="en" sz="3600" b="1" i="0" u="none" strike="noStrike" kern="0" cap="none" spc="0" normalizeH="0" baseline="0" noProof="0" dirty="0">
                <a:ln>
                  <a:noFill/>
                </a:ln>
                <a:solidFill>
                  <a:srgbClr val="67ABBE"/>
                </a:solidFill>
                <a:effectLst/>
                <a:uLnTx/>
                <a:uFillTx/>
                <a:latin typeface="ABeeZee"/>
                <a:sym typeface="ABeeZee"/>
              </a:rPr>
              <a:t>0</a:t>
            </a:r>
            <a:r>
              <a:rPr lang="ar-EG" sz="3600" b="1" dirty="0">
                <a:solidFill>
                  <a:srgbClr val="67ABBE"/>
                </a:solidFill>
                <a:latin typeface="ABeeZee"/>
                <a:sym typeface="ABeeZee"/>
              </a:rPr>
              <a:t>5</a:t>
            </a:r>
            <a:endParaRPr kumimoji="0" lang="en" sz="3600" b="1" i="0" u="none" strike="noStrike" kern="0" cap="none" spc="0" normalizeH="0" baseline="0" noProof="0" dirty="0">
              <a:ln>
                <a:noFill/>
              </a:ln>
              <a:solidFill>
                <a:srgbClr val="67ABBE"/>
              </a:solidFill>
              <a:effectLst/>
              <a:uLnTx/>
              <a:uFillTx/>
              <a:latin typeface="ABeeZee"/>
              <a:sym typeface="ABeeZee"/>
            </a:endParaRPr>
          </a:p>
        </p:txBody>
      </p:sp>
      <p:sp>
        <p:nvSpPr>
          <p:cNvPr id="3" name="TextBox 2">
            <a:extLst>
              <a:ext uri="{FF2B5EF4-FFF2-40B4-BE49-F238E27FC236}">
                <a16:creationId xmlns:a16="http://schemas.microsoft.com/office/drawing/2014/main" id="{067C0AF2-40CA-7C43-DF1A-1C8999C0B78C}"/>
              </a:ext>
            </a:extLst>
          </p:cNvPr>
          <p:cNvSpPr txBox="1"/>
          <p:nvPr/>
        </p:nvSpPr>
        <p:spPr>
          <a:xfrm>
            <a:off x="1219200" y="249634"/>
            <a:ext cx="2438400" cy="584775"/>
          </a:xfrm>
          <a:prstGeom prst="rect">
            <a:avLst/>
          </a:prstGeom>
          <a:noFill/>
        </p:spPr>
        <p:txBody>
          <a:bodyPr wrap="square">
            <a:spAutoFit/>
          </a:bodyPr>
          <a:lstStyle/>
          <a:p>
            <a:r>
              <a:rPr kumimoji="0" lang="en-US" sz="3200" b="1" i="0" u="none" strike="noStrike" kern="0" cap="none" spc="0" normalizeH="0" baseline="0" noProof="0" dirty="0">
                <a:ln>
                  <a:noFill/>
                </a:ln>
                <a:solidFill>
                  <a:srgbClr val="191919"/>
                </a:solidFill>
                <a:effectLst/>
                <a:uLnTx/>
                <a:uFillTx/>
                <a:latin typeface="ABeeZee"/>
                <a:sym typeface="ABeeZee"/>
              </a:rPr>
              <a:t>Research</a:t>
            </a:r>
            <a:endParaRPr lang="en-US" sz="1100" dirty="0"/>
          </a:p>
        </p:txBody>
      </p:sp>
      <p:sp>
        <p:nvSpPr>
          <p:cNvPr id="4" name="TextBox 3">
            <a:extLst>
              <a:ext uri="{FF2B5EF4-FFF2-40B4-BE49-F238E27FC236}">
                <a16:creationId xmlns:a16="http://schemas.microsoft.com/office/drawing/2014/main" id="{DADD41D9-49F5-34CC-8C9B-96672F8D693C}"/>
              </a:ext>
            </a:extLst>
          </p:cNvPr>
          <p:cNvSpPr txBox="1"/>
          <p:nvPr/>
        </p:nvSpPr>
        <p:spPr>
          <a:xfrm>
            <a:off x="1301644" y="849799"/>
            <a:ext cx="5769715" cy="369332"/>
          </a:xfrm>
          <a:prstGeom prst="rect">
            <a:avLst/>
          </a:prstGeom>
          <a:noFill/>
        </p:spPr>
        <p:txBody>
          <a:bodyPr wrap="square">
            <a:spAutoFit/>
          </a:bodyPr>
          <a:lstStyle/>
          <a:p>
            <a:r>
              <a:rPr lang="en-US" sz="1800" b="1" dirty="0">
                <a:solidFill>
                  <a:srgbClr val="191919"/>
                </a:solidFill>
                <a:latin typeface="ABeeZee"/>
              </a:rPr>
              <a:t>Challenge of Usability in Assistive Applications </a:t>
            </a:r>
          </a:p>
        </p:txBody>
      </p:sp>
      <p:sp>
        <p:nvSpPr>
          <p:cNvPr id="5" name="TextBox 4">
            <a:extLst>
              <a:ext uri="{FF2B5EF4-FFF2-40B4-BE49-F238E27FC236}">
                <a16:creationId xmlns:a16="http://schemas.microsoft.com/office/drawing/2014/main" id="{19A8C3ED-2201-57CC-5CF4-60BD5A0BBD13}"/>
              </a:ext>
            </a:extLst>
          </p:cNvPr>
          <p:cNvSpPr txBox="1"/>
          <p:nvPr/>
        </p:nvSpPr>
        <p:spPr>
          <a:xfrm>
            <a:off x="152400" y="803632"/>
            <a:ext cx="1066800" cy="83099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FFFFFF"/>
              </a:buClr>
              <a:buSzPts val="6000"/>
              <a:buFont typeface="ABeeZee"/>
              <a:buNone/>
              <a:tabLst/>
              <a:defRPr/>
            </a:pPr>
            <a:r>
              <a:rPr lang="en-US" sz="2400" b="1" dirty="0">
                <a:solidFill>
                  <a:srgbClr val="67ABBE"/>
                </a:solidFill>
                <a:latin typeface="ABeeZee" panose="020B0604020202020204" charset="0"/>
                <a:sym typeface="ABeeZee"/>
              </a:rPr>
              <a:t>5.4</a:t>
            </a:r>
          </a:p>
          <a:p>
            <a:pPr marL="0" marR="0" lvl="0" indent="0" algn="r" defTabSz="914400" rtl="0" eaLnBrk="1" fontAlgn="auto" latinLnBrk="0" hangingPunct="1">
              <a:lnSpc>
                <a:spcPct val="100000"/>
              </a:lnSpc>
              <a:spcBef>
                <a:spcPts val="0"/>
              </a:spcBef>
              <a:spcAft>
                <a:spcPts val="0"/>
              </a:spcAft>
              <a:buClr>
                <a:srgbClr val="FFFFFF"/>
              </a:buClr>
              <a:buSzPts val="6000"/>
              <a:buFont typeface="ABeeZee"/>
              <a:buNone/>
              <a:tabLst/>
              <a:defRPr/>
            </a:pPr>
            <a:endParaRPr lang="en" sz="2400" b="1" dirty="0">
              <a:solidFill>
                <a:srgbClr val="67ABBE"/>
              </a:solidFill>
              <a:latin typeface="ABeeZee" panose="020B0604020202020204" charset="0"/>
              <a:sym typeface="ABeeZee"/>
            </a:endParaRPr>
          </a:p>
        </p:txBody>
      </p:sp>
      <p:sp>
        <p:nvSpPr>
          <p:cNvPr id="6" name="Text Placeholder 2">
            <a:extLst>
              <a:ext uri="{FF2B5EF4-FFF2-40B4-BE49-F238E27FC236}">
                <a16:creationId xmlns:a16="http://schemas.microsoft.com/office/drawing/2014/main" id="{7A42F78D-F38D-7327-F8F0-60041F57B429}"/>
              </a:ext>
            </a:extLst>
          </p:cNvPr>
          <p:cNvSpPr txBox="1">
            <a:spLocks noChangeArrowheads="1"/>
          </p:cNvSpPr>
          <p:nvPr/>
        </p:nvSpPr>
        <p:spPr bwMode="auto">
          <a:xfrm>
            <a:off x="557868" y="1367363"/>
            <a:ext cx="7845243"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dirty="0"/>
              <a:t>Many assistive applications have complex interfaces and multi-step navigation, making them difficult for visually impaired users who rely entirely on non-visual interaction.</a:t>
            </a:r>
          </a:p>
          <a:p>
            <a:endParaRPr lang="en-US" sz="1600" dirty="0"/>
          </a:p>
        </p:txBody>
      </p:sp>
      <p:sp>
        <p:nvSpPr>
          <p:cNvPr id="7" name="Text Placeholder 2">
            <a:extLst>
              <a:ext uri="{FF2B5EF4-FFF2-40B4-BE49-F238E27FC236}">
                <a16:creationId xmlns:a16="http://schemas.microsoft.com/office/drawing/2014/main" id="{A7B448C8-D899-B214-60B7-FB41AEC3BA1C}"/>
              </a:ext>
            </a:extLst>
          </p:cNvPr>
          <p:cNvSpPr txBox="1">
            <a:spLocks noChangeArrowheads="1"/>
          </p:cNvSpPr>
          <p:nvPr/>
        </p:nvSpPr>
        <p:spPr bwMode="auto">
          <a:xfrm>
            <a:off x="489288" y="2698920"/>
            <a:ext cx="752506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b="1" dirty="0"/>
              <a:t>How Sanad Meets Egypt’s Needs</a:t>
            </a:r>
            <a:endParaRPr lang="ar-EG" sz="1600" b="1" dirty="0"/>
          </a:p>
          <a:p>
            <a:endParaRPr lang="en-US" sz="1600" b="1" dirty="0"/>
          </a:p>
          <a:p>
            <a:pPr marL="285750" indent="-285750">
              <a:buFont typeface="Arial" panose="020B0604020202020204" pitchFamily="34" charset="0"/>
              <a:buChar char="•"/>
            </a:pPr>
            <a:r>
              <a:rPr lang="en-US" sz="1600" dirty="0"/>
              <a:t>Sanad simplifies interaction through Arabic voice commands and swipe-based navigation, enabling users to switch features easily and use the app independently without external assistance.</a:t>
            </a:r>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1955512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p5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Resources</a:t>
            </a:r>
            <a:endParaRPr dirty="0"/>
          </a:p>
        </p:txBody>
      </p:sp>
      <p:sp>
        <p:nvSpPr>
          <p:cNvPr id="812" name="Google Shape;812;p51"/>
          <p:cNvSpPr txBox="1"/>
          <p:nvPr/>
        </p:nvSpPr>
        <p:spPr>
          <a:xfrm>
            <a:off x="720000" y="1152475"/>
            <a:ext cx="6991440" cy="34509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accent1"/>
              </a:buClr>
              <a:buSzPts val="1200"/>
              <a:buFont typeface="Anaheim"/>
              <a:buChar char="●"/>
            </a:pPr>
            <a:r>
              <a:rPr lang="en-US" sz="1600" dirty="0"/>
              <a:t>IAPB Vision Atlas – Egypt Country Data (2025-2026 updates): </a:t>
            </a:r>
            <a:r>
              <a:rPr lang="en-US" sz="1600" dirty="0">
                <a:hlinkClick r:id="rId3"/>
              </a:rPr>
              <a:t>https://visionatlas.iapb.org/country-data/egypt</a:t>
            </a:r>
            <a:r>
              <a:rPr lang="en-US" sz="1600" dirty="0"/>
              <a:t> </a:t>
            </a:r>
          </a:p>
          <a:p>
            <a:pPr marL="457200" lvl="0" indent="-304800" algn="l" rtl="0">
              <a:spcBef>
                <a:spcPts val="0"/>
              </a:spcBef>
              <a:spcAft>
                <a:spcPts val="0"/>
              </a:spcAft>
              <a:buClr>
                <a:schemeClr val="accent1"/>
              </a:buClr>
              <a:buSzPts val="1200"/>
              <a:buFont typeface="Anaheim"/>
              <a:buChar char="●"/>
            </a:pPr>
            <a:r>
              <a:rPr lang="en-US" sz="1600" dirty="0"/>
              <a:t> </a:t>
            </a:r>
            <a:r>
              <a:rPr lang="en-US" sz="1600" dirty="0" err="1"/>
              <a:t>DataReportal</a:t>
            </a:r>
            <a:r>
              <a:rPr lang="en-US" sz="1600" dirty="0"/>
              <a:t> – Digital 2025 &amp; 2026: Egypt (mobile/internet stats): </a:t>
            </a:r>
            <a:r>
              <a:rPr lang="en-US" sz="1600" dirty="0">
                <a:hlinkClick r:id="rId4"/>
              </a:rPr>
              <a:t>https://datareportal.com/reports/digital-2025-egypt</a:t>
            </a:r>
            <a:r>
              <a:rPr lang="en-US" sz="1600" dirty="0"/>
              <a:t>  </a:t>
            </a:r>
          </a:p>
          <a:p>
            <a:pPr marL="457200" lvl="0" indent="-304800" algn="l" rtl="0">
              <a:spcBef>
                <a:spcPts val="0"/>
              </a:spcBef>
              <a:spcAft>
                <a:spcPts val="0"/>
              </a:spcAft>
              <a:buClr>
                <a:schemeClr val="accent1"/>
              </a:buClr>
              <a:buSzPts val="1200"/>
              <a:buFont typeface="Anaheim"/>
              <a:buChar char="●"/>
            </a:pPr>
            <a:r>
              <a:rPr lang="en-US" sz="1600" dirty="0"/>
              <a:t>The New Arab – "Visually impaired Arabs turn to AI for empowerment and equality" (Nov 2025): </a:t>
            </a:r>
            <a:r>
              <a:rPr lang="en-US" sz="1600" dirty="0">
                <a:hlinkClick r:id="rId5"/>
              </a:rPr>
              <a:t>https://www.newarab.com/features/visually-impaired </a:t>
            </a:r>
            <a:r>
              <a:rPr lang="en-US" sz="1600" dirty="0" err="1">
                <a:hlinkClick r:id="rId5"/>
              </a:rPr>
              <a:t>arabs</a:t>
            </a:r>
            <a:r>
              <a:rPr lang="en-US" sz="1600" dirty="0">
                <a:hlinkClick r:id="rId5"/>
              </a:rPr>
              <a:t>-turn-ai-empowerment-and-equality</a:t>
            </a:r>
          </a:p>
          <a:p>
            <a:pPr marL="457200" lvl="0" indent="-304800">
              <a:buClr>
                <a:schemeClr val="accent1"/>
              </a:buClr>
              <a:buSzPts val="1200"/>
              <a:buFont typeface="Anaheim"/>
              <a:buChar char="●"/>
            </a:pPr>
            <a:r>
              <a:rPr lang="en-US" sz="1600" dirty="0">
                <a:hlinkClick r:id="rId6"/>
              </a:rPr>
              <a:t>Accessibility evaluation of major assistive mobile applications available for the visually impaired </a:t>
            </a:r>
            <a:endParaRPr lang="en-US" sz="1600" dirty="0"/>
          </a:p>
          <a:p>
            <a:pPr marL="457200" lvl="0" indent="-304800">
              <a:buClr>
                <a:schemeClr val="accent1"/>
              </a:buClr>
              <a:buSzPts val="1200"/>
              <a:buFont typeface="Anaheim"/>
              <a:buChar char="●"/>
            </a:pPr>
            <a:endParaRPr lang="en-US" sz="1600" dirty="0"/>
          </a:p>
          <a:p>
            <a:pPr marL="457200" lvl="0" indent="-304800">
              <a:buClr>
                <a:schemeClr val="accent1"/>
              </a:buClr>
              <a:buSzPts val="1200"/>
              <a:buFont typeface="Anaheim"/>
              <a:buChar char="●"/>
            </a:pPr>
            <a:endParaRPr lang="en-US" sz="1600" dirty="0"/>
          </a:p>
          <a:p>
            <a:pPr marL="457200" lvl="0" indent="-304800" algn="l" rtl="0">
              <a:spcBef>
                <a:spcPts val="0"/>
              </a:spcBef>
              <a:spcAft>
                <a:spcPts val="0"/>
              </a:spcAft>
              <a:buClr>
                <a:schemeClr val="accent1"/>
              </a:buClr>
              <a:buSzPts val="1200"/>
              <a:buFont typeface="Anaheim"/>
              <a:buChar char="●"/>
            </a:pPr>
            <a:endParaRPr sz="1200" dirty="0">
              <a:solidFill>
                <a:srgbClr val="191919"/>
              </a:solidFill>
              <a:latin typeface="Open Sans"/>
              <a:ea typeface="Open Sans"/>
              <a:cs typeface="Open Sans"/>
              <a:sym typeface="Open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35;p48">
            <a:extLst>
              <a:ext uri="{FF2B5EF4-FFF2-40B4-BE49-F238E27FC236}">
                <a16:creationId xmlns:a16="http://schemas.microsoft.com/office/drawing/2014/main" id="{2CA04E97-117C-4D2B-1526-08D008DFADA7}"/>
              </a:ext>
            </a:extLst>
          </p:cNvPr>
          <p:cNvSpPr txBox="1">
            <a:spLocks/>
          </p:cNvSpPr>
          <p:nvPr/>
        </p:nvSpPr>
        <p:spPr>
          <a:xfrm>
            <a:off x="1972084" y="547859"/>
            <a:ext cx="5199832" cy="143913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BeeZee"/>
              <a:buNone/>
              <a:defRPr sz="4500" b="1" i="0" u="none" strike="noStrike" cap="none">
                <a:solidFill>
                  <a:schemeClr val="dk1"/>
                </a:solidFill>
                <a:latin typeface="ABeeZee"/>
                <a:ea typeface="ABeeZee"/>
                <a:cs typeface="ABeeZee"/>
                <a:sym typeface="ABeeZee"/>
              </a:defRPr>
            </a:lvl1pPr>
            <a:lvl2pPr marR="0" lvl="1" algn="ctr" rtl="0">
              <a:lnSpc>
                <a:spcPct val="100000"/>
              </a:lnSpc>
              <a:spcBef>
                <a:spcPts val="0"/>
              </a:spcBef>
              <a:spcAft>
                <a:spcPts val="0"/>
              </a:spcAft>
              <a:buClr>
                <a:schemeClr val="dk1"/>
              </a:buClr>
              <a:buSzPts val="3600"/>
              <a:buFont typeface="ABeeZee"/>
              <a:buNone/>
              <a:defRPr sz="3600" b="0" i="0" u="none" strike="noStrike" cap="none">
                <a:solidFill>
                  <a:schemeClr val="dk1"/>
                </a:solidFill>
                <a:latin typeface="ABeeZee"/>
                <a:ea typeface="ABeeZee"/>
                <a:cs typeface="ABeeZee"/>
                <a:sym typeface="ABeeZee"/>
              </a:defRPr>
            </a:lvl2pPr>
            <a:lvl3pPr marR="0" lvl="2" algn="ctr" rtl="0">
              <a:lnSpc>
                <a:spcPct val="100000"/>
              </a:lnSpc>
              <a:spcBef>
                <a:spcPts val="0"/>
              </a:spcBef>
              <a:spcAft>
                <a:spcPts val="0"/>
              </a:spcAft>
              <a:buClr>
                <a:schemeClr val="dk1"/>
              </a:buClr>
              <a:buSzPts val="3600"/>
              <a:buFont typeface="ABeeZee"/>
              <a:buNone/>
              <a:defRPr sz="3600" b="0" i="0" u="none" strike="noStrike" cap="none">
                <a:solidFill>
                  <a:schemeClr val="dk1"/>
                </a:solidFill>
                <a:latin typeface="ABeeZee"/>
                <a:ea typeface="ABeeZee"/>
                <a:cs typeface="ABeeZee"/>
                <a:sym typeface="ABeeZee"/>
              </a:defRPr>
            </a:lvl3pPr>
            <a:lvl4pPr marR="0" lvl="3" algn="ctr" rtl="0">
              <a:lnSpc>
                <a:spcPct val="100000"/>
              </a:lnSpc>
              <a:spcBef>
                <a:spcPts val="0"/>
              </a:spcBef>
              <a:spcAft>
                <a:spcPts val="0"/>
              </a:spcAft>
              <a:buClr>
                <a:schemeClr val="dk1"/>
              </a:buClr>
              <a:buSzPts val="3600"/>
              <a:buFont typeface="ABeeZee"/>
              <a:buNone/>
              <a:defRPr sz="3600" b="0" i="0" u="none" strike="noStrike" cap="none">
                <a:solidFill>
                  <a:schemeClr val="dk1"/>
                </a:solidFill>
                <a:latin typeface="ABeeZee"/>
                <a:ea typeface="ABeeZee"/>
                <a:cs typeface="ABeeZee"/>
                <a:sym typeface="ABeeZee"/>
              </a:defRPr>
            </a:lvl4pPr>
            <a:lvl5pPr marR="0" lvl="4" algn="ctr" rtl="0">
              <a:lnSpc>
                <a:spcPct val="100000"/>
              </a:lnSpc>
              <a:spcBef>
                <a:spcPts val="0"/>
              </a:spcBef>
              <a:spcAft>
                <a:spcPts val="0"/>
              </a:spcAft>
              <a:buClr>
                <a:schemeClr val="dk1"/>
              </a:buClr>
              <a:buSzPts val="3600"/>
              <a:buFont typeface="ABeeZee"/>
              <a:buNone/>
              <a:defRPr sz="3600" b="0" i="0" u="none" strike="noStrike" cap="none">
                <a:solidFill>
                  <a:schemeClr val="dk1"/>
                </a:solidFill>
                <a:latin typeface="ABeeZee"/>
                <a:ea typeface="ABeeZee"/>
                <a:cs typeface="ABeeZee"/>
                <a:sym typeface="ABeeZee"/>
              </a:defRPr>
            </a:lvl5pPr>
            <a:lvl6pPr marR="0" lvl="5" algn="ctr" rtl="0">
              <a:lnSpc>
                <a:spcPct val="100000"/>
              </a:lnSpc>
              <a:spcBef>
                <a:spcPts val="0"/>
              </a:spcBef>
              <a:spcAft>
                <a:spcPts val="0"/>
              </a:spcAft>
              <a:buClr>
                <a:schemeClr val="dk1"/>
              </a:buClr>
              <a:buSzPts val="3600"/>
              <a:buFont typeface="ABeeZee"/>
              <a:buNone/>
              <a:defRPr sz="3600" b="0" i="0" u="none" strike="noStrike" cap="none">
                <a:solidFill>
                  <a:schemeClr val="dk1"/>
                </a:solidFill>
                <a:latin typeface="ABeeZee"/>
                <a:ea typeface="ABeeZee"/>
                <a:cs typeface="ABeeZee"/>
                <a:sym typeface="ABeeZee"/>
              </a:defRPr>
            </a:lvl6pPr>
            <a:lvl7pPr marR="0" lvl="6" algn="ctr" rtl="0">
              <a:lnSpc>
                <a:spcPct val="100000"/>
              </a:lnSpc>
              <a:spcBef>
                <a:spcPts val="0"/>
              </a:spcBef>
              <a:spcAft>
                <a:spcPts val="0"/>
              </a:spcAft>
              <a:buClr>
                <a:schemeClr val="dk1"/>
              </a:buClr>
              <a:buSzPts val="3600"/>
              <a:buFont typeface="ABeeZee"/>
              <a:buNone/>
              <a:defRPr sz="3600" b="0" i="0" u="none" strike="noStrike" cap="none">
                <a:solidFill>
                  <a:schemeClr val="dk1"/>
                </a:solidFill>
                <a:latin typeface="ABeeZee"/>
                <a:ea typeface="ABeeZee"/>
                <a:cs typeface="ABeeZee"/>
                <a:sym typeface="ABeeZee"/>
              </a:defRPr>
            </a:lvl7pPr>
            <a:lvl8pPr marR="0" lvl="7" algn="ctr" rtl="0">
              <a:lnSpc>
                <a:spcPct val="100000"/>
              </a:lnSpc>
              <a:spcBef>
                <a:spcPts val="0"/>
              </a:spcBef>
              <a:spcAft>
                <a:spcPts val="0"/>
              </a:spcAft>
              <a:buClr>
                <a:schemeClr val="dk1"/>
              </a:buClr>
              <a:buSzPts val="3600"/>
              <a:buFont typeface="ABeeZee"/>
              <a:buNone/>
              <a:defRPr sz="3600" b="0" i="0" u="none" strike="noStrike" cap="none">
                <a:solidFill>
                  <a:schemeClr val="dk1"/>
                </a:solidFill>
                <a:latin typeface="ABeeZee"/>
                <a:ea typeface="ABeeZee"/>
                <a:cs typeface="ABeeZee"/>
                <a:sym typeface="ABeeZee"/>
              </a:defRPr>
            </a:lvl8pPr>
            <a:lvl9pPr marR="0" lvl="8" algn="ctr" rtl="0">
              <a:lnSpc>
                <a:spcPct val="100000"/>
              </a:lnSpc>
              <a:spcBef>
                <a:spcPts val="0"/>
              </a:spcBef>
              <a:spcAft>
                <a:spcPts val="0"/>
              </a:spcAft>
              <a:buClr>
                <a:schemeClr val="dk1"/>
              </a:buClr>
              <a:buSzPts val="3600"/>
              <a:buFont typeface="ABeeZee"/>
              <a:buNone/>
              <a:defRPr sz="3600" b="0" i="0" u="none" strike="noStrike" cap="none">
                <a:solidFill>
                  <a:schemeClr val="dk1"/>
                </a:solidFill>
                <a:latin typeface="ABeeZee"/>
                <a:ea typeface="ABeeZee"/>
                <a:cs typeface="ABeeZee"/>
                <a:sym typeface="ABeeZee"/>
              </a:defRPr>
            </a:lvl9pPr>
          </a:lstStyle>
          <a:p>
            <a:r>
              <a:rPr lang="en-US" sz="8000" dirty="0">
                <a:solidFill>
                  <a:srgbClr val="30426D"/>
                </a:solidFill>
              </a:rPr>
              <a:t>Thanks</a:t>
            </a:r>
          </a:p>
        </p:txBody>
      </p:sp>
      <p:pic>
        <p:nvPicPr>
          <p:cNvPr id="8" name="Picture 7">
            <a:extLst>
              <a:ext uri="{FF2B5EF4-FFF2-40B4-BE49-F238E27FC236}">
                <a16:creationId xmlns:a16="http://schemas.microsoft.com/office/drawing/2014/main" id="{AF8A5C44-5B30-D629-7F63-17FA03988C5A}"/>
              </a:ext>
            </a:extLst>
          </p:cNvPr>
          <p:cNvPicPr>
            <a:picLocks noChangeAspect="1"/>
          </p:cNvPicPr>
          <p:nvPr/>
        </p:nvPicPr>
        <p:blipFill>
          <a:blip r:embed="rId2"/>
          <a:srcRect l="22275" t="24889" r="21165" b="15852"/>
          <a:stretch>
            <a:fillRect/>
          </a:stretch>
        </p:blipFill>
        <p:spPr>
          <a:xfrm>
            <a:off x="2634012" y="1685685"/>
            <a:ext cx="4114800" cy="3457815"/>
          </a:xfrm>
          <a:prstGeom prst="rect">
            <a:avLst/>
          </a:prstGeom>
        </p:spPr>
      </p:pic>
    </p:spTree>
    <p:extLst>
      <p:ext uri="{BB962C8B-B14F-4D97-AF65-F5344CB8AC3E}">
        <p14:creationId xmlns:p14="http://schemas.microsoft.com/office/powerpoint/2010/main" val="455909961"/>
      </p:ext>
    </p:extLst>
  </p:cSld>
  <p:clrMapOvr>
    <a:masterClrMapping/>
  </p:clrMapOvr>
</p:sld>
</file>

<file path=ppt/theme/theme1.xml><?xml version="1.0" encoding="utf-8"?>
<a:theme xmlns:a="http://schemas.openxmlformats.org/drawingml/2006/main" name="Ophthalmic Care Breakthrough for Blind Patients by Slidesgo">
  <a:themeElements>
    <a:clrScheme name="Simple Light">
      <a:dk1>
        <a:srgbClr val="191919"/>
      </a:dk1>
      <a:lt1>
        <a:srgbClr val="FFFFFF"/>
      </a:lt1>
      <a:dk2>
        <a:srgbClr val="C2F0FD"/>
      </a:dk2>
      <a:lt2>
        <a:srgbClr val="F4E0FD"/>
      </a:lt2>
      <a:accent1>
        <a:srgbClr val="67ABBE"/>
      </a:accent1>
      <a:accent2>
        <a:srgbClr val="EBABDE"/>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433</TotalTime>
  <Words>921</Words>
  <Application>Microsoft Office PowerPoint</Application>
  <PresentationFormat>On-screen Show (16:9)</PresentationFormat>
  <Paragraphs>136</Paragraphs>
  <Slides>19</Slides>
  <Notes>11</Notes>
  <HiddenSlides>1</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Poppins Bold</vt:lpstr>
      <vt:lpstr>ABeeZee</vt:lpstr>
      <vt:lpstr>Anaheim</vt:lpstr>
      <vt:lpstr>Poppins</vt:lpstr>
      <vt:lpstr>Raleway</vt:lpstr>
      <vt:lpstr>Open Sans</vt:lpstr>
      <vt:lpstr>Ophthalmic Care Breakthrough for Blind Patients by Slidesgo</vt:lpstr>
      <vt:lpstr>PowerPoint Presentation</vt:lpstr>
      <vt:lpstr>Sanad  Mobile Application </vt:lpstr>
      <vt:lpstr>Rawan Yasser   Basma Aldoushy  Arsany Ehab</vt:lpstr>
      <vt:lpstr>Table of contents</vt:lpstr>
      <vt:lpstr>Problem Statement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Resources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Rawan</dc:creator>
  <cp:lastModifiedBy>Youssef.1700031</cp:lastModifiedBy>
  <cp:revision>11</cp:revision>
  <dcterms:modified xsi:type="dcterms:W3CDTF">2026-04-18T12:45:58Z</dcterms:modified>
</cp:coreProperties>
</file>